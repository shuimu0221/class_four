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837bf0ce54ead" /><Relationship Type="http://schemas.openxmlformats.org/officeDocument/2006/relationships/extended-properties" Target="/docProps/app.xml" Id="Re7f99bea772d40d4" /><Relationship Type="http://schemas.openxmlformats.org/officeDocument/2006/relationships/officeDocument" Target="/ppt/presentation.xml" Id="R4e57c98476ec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cb390056f476a"/>
  </p:sldMasterIdLst>
  <p:notesMasterIdLst>
    <p:notesMasterId xmlns:r="http://schemas.openxmlformats.org/officeDocument/2006/relationships" r:id="R690dbdf7e1534cea"/>
  </p:notesMasterIdLst>
  <p:sldIdLst>
    <p:sldId xmlns:r="http://schemas.openxmlformats.org/officeDocument/2006/relationships" id="256" r:id="R94f9eb0809a643b1"/>
    <p:sldId xmlns:r="http://schemas.openxmlformats.org/officeDocument/2006/relationships" id="257" r:id="R56f619c176334d7e"/>
    <p:sldId xmlns:r="http://schemas.openxmlformats.org/officeDocument/2006/relationships" id="258" r:id="R436c8fd4e3634120"/>
    <p:sldId xmlns:r="http://schemas.openxmlformats.org/officeDocument/2006/relationships" id="259" r:id="R38ec51a3f34f4589"/>
    <p:sldId xmlns:r="http://schemas.openxmlformats.org/officeDocument/2006/relationships" id="260" r:id="Re3de480054234cf4"/>
    <p:sldId xmlns:r="http://schemas.openxmlformats.org/officeDocument/2006/relationships" id="261" r:id="R7957d6b1cb984e31"/>
    <p:sldId xmlns:r="http://schemas.openxmlformats.org/officeDocument/2006/relationships" id="262" r:id="R572d3397a59647ad"/>
    <p:sldId xmlns:r="http://schemas.openxmlformats.org/officeDocument/2006/relationships" id="263" r:id="R7373cf6d861243a2"/>
    <p:sldId xmlns:r="http://schemas.openxmlformats.org/officeDocument/2006/relationships" id="264" r:id="Rf7981cd8c7804f3d"/>
    <p:sldId xmlns:r="http://schemas.openxmlformats.org/officeDocument/2006/relationships" id="265" r:id="Rd125e02b1fdc4a7a"/>
    <p:sldId xmlns:r="http://schemas.openxmlformats.org/officeDocument/2006/relationships" id="266" r:id="R9f9fa848b3314524"/>
    <p:sldId xmlns:r="http://schemas.openxmlformats.org/officeDocument/2006/relationships" id="267" r:id="R6c19b356251b4f69"/>
    <p:sldId xmlns:r="http://schemas.openxmlformats.org/officeDocument/2006/relationships" id="268" r:id="R6be6aa5e87d14ff2"/>
    <p:sldId xmlns:r="http://schemas.openxmlformats.org/officeDocument/2006/relationships" id="269" r:id="R6e8ad90113b8423b"/>
    <p:sldId xmlns:r="http://schemas.openxmlformats.org/officeDocument/2006/relationships" id="270" r:id="R7aa4a1c55b784e74"/>
    <p:sldId xmlns:r="http://schemas.openxmlformats.org/officeDocument/2006/relationships" id="271" r:id="R4975aa90183b4bc1"/>
    <p:sldId xmlns:r="http://schemas.openxmlformats.org/officeDocument/2006/relationships" id="272" r:id="R4fe3bac7429e4269"/>
    <p:sldId xmlns:r="http://schemas.openxmlformats.org/officeDocument/2006/relationships" id="273" r:id="Rd299a603aeff4c65"/>
    <p:sldId xmlns:r="http://schemas.openxmlformats.org/officeDocument/2006/relationships" id="274" r:id="R72917c921f8a44bb"/>
    <p:sldId xmlns:r="http://schemas.openxmlformats.org/officeDocument/2006/relationships" id="275" r:id="R7b1aff7d2d3a40eb"/>
    <p:sldId xmlns:r="http://schemas.openxmlformats.org/officeDocument/2006/relationships" id="276" r:id="Redd363e08d594451"/>
    <p:sldId xmlns:r="http://schemas.openxmlformats.org/officeDocument/2006/relationships" id="277" r:id="R22f8f986cc204a20"/>
    <p:sldId xmlns:r="http://schemas.openxmlformats.org/officeDocument/2006/relationships" id="278" r:id="Rd6022e09171f46c5"/>
    <p:sldId xmlns:r="http://schemas.openxmlformats.org/officeDocument/2006/relationships" id="279" r:id="R57a4ec10bb9c45c4"/>
    <p:sldId xmlns:r="http://schemas.openxmlformats.org/officeDocument/2006/relationships" id="280" r:id="Rf1a182a9bb5445f6"/>
    <p:sldId xmlns:r="http://schemas.openxmlformats.org/officeDocument/2006/relationships" id="281" r:id="R9ac2f46ce3384998"/>
    <p:sldId xmlns:r="http://schemas.openxmlformats.org/officeDocument/2006/relationships" id="282" r:id="R196aec13dd8e40e0"/>
    <p:sldId xmlns:r="http://schemas.openxmlformats.org/officeDocument/2006/relationships" id="283" r:id="R6cb3c64f7b9f4c64"/>
    <p:sldId xmlns:r="http://schemas.openxmlformats.org/officeDocument/2006/relationships" id="284" r:id="R80b24eebff6b4712"/>
    <p:sldId xmlns:r="http://schemas.openxmlformats.org/officeDocument/2006/relationships" id="285" r:id="Rbcf32b66cfaf4977"/>
    <p:sldId xmlns:r="http://schemas.openxmlformats.org/officeDocument/2006/relationships" id="286" r:id="R24f108b6682141c0"/>
    <p:sldId xmlns:r="http://schemas.openxmlformats.org/officeDocument/2006/relationships" id="287" r:id="Rf3f6396b088c4f89"/>
    <p:sldId xmlns:r="http://schemas.openxmlformats.org/officeDocument/2006/relationships" id="288" r:id="Re21ed53bf2fa4178"/>
    <p:sldId xmlns:r="http://schemas.openxmlformats.org/officeDocument/2006/relationships" id="289" r:id="R9e836f59eb35461f"/>
    <p:sldId xmlns:r="http://schemas.openxmlformats.org/officeDocument/2006/relationships" id="290" r:id="Rf5c6071351ae48ef"/>
    <p:sldId xmlns:r="http://schemas.openxmlformats.org/officeDocument/2006/relationships" id="291" r:id="R5e90b8e7d2e34a97"/>
    <p:sldId xmlns:r="http://schemas.openxmlformats.org/officeDocument/2006/relationships" id="292" r:id="R77b172988fe64e9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07b7e85e24db3" /><Relationship Type="http://schemas.openxmlformats.org/officeDocument/2006/relationships/slideMaster" Target="/ppt/slideMasters/slideMaster1.xml" Id="Rb0ecb390056f476a" /><Relationship Type="http://schemas.openxmlformats.org/officeDocument/2006/relationships/notesMaster" Target="/ppt/notesMasters/notesMaster1.xml" Id="R690dbdf7e1534cea" /><Relationship Type="http://schemas.openxmlformats.org/officeDocument/2006/relationships/presProps" Target="/ppt/presProps.xml" Id="R32f9c61702e74635" /><Relationship Type="http://schemas.openxmlformats.org/officeDocument/2006/relationships/viewProps" Target="/ppt/viewProps.xml" Id="Ra82af238e66a49bd" /><Relationship Type="http://schemas.openxmlformats.org/officeDocument/2006/relationships/tableStyles" Target="/ppt/tableStyles.xml" Id="R92ccd5c081234da4" /><Relationship Type="http://schemas.openxmlformats.org/officeDocument/2006/relationships/slide" Target="/ppt/slides/slide1.xml" Id="R94f9eb0809a643b1" /><Relationship Type="http://schemas.openxmlformats.org/officeDocument/2006/relationships/slide" Target="/ppt/slides/slide2.xml" Id="R56f619c176334d7e" /><Relationship Type="http://schemas.openxmlformats.org/officeDocument/2006/relationships/slide" Target="/ppt/slides/slide3.xml" Id="R436c8fd4e3634120" /><Relationship Type="http://schemas.openxmlformats.org/officeDocument/2006/relationships/slide" Target="/ppt/slides/slide4.xml" Id="R38ec51a3f34f4589" /><Relationship Type="http://schemas.openxmlformats.org/officeDocument/2006/relationships/slide" Target="/ppt/slides/slide5.xml" Id="Re3de480054234cf4" /><Relationship Type="http://schemas.openxmlformats.org/officeDocument/2006/relationships/slide" Target="/ppt/slides/slide6.xml" Id="R7957d6b1cb984e31" /><Relationship Type="http://schemas.openxmlformats.org/officeDocument/2006/relationships/slide" Target="/ppt/slides/slide7.xml" Id="R572d3397a59647ad" /><Relationship Type="http://schemas.openxmlformats.org/officeDocument/2006/relationships/slide" Target="/ppt/slides/slide8.xml" Id="R7373cf6d861243a2" /><Relationship Type="http://schemas.openxmlformats.org/officeDocument/2006/relationships/slide" Target="/ppt/slides/slide9.xml" Id="Rf7981cd8c7804f3d" /><Relationship Type="http://schemas.openxmlformats.org/officeDocument/2006/relationships/slide" Target="/ppt/slides/slide10.xml" Id="Rd125e02b1fdc4a7a" /><Relationship Type="http://schemas.openxmlformats.org/officeDocument/2006/relationships/slide" Target="/ppt/slides/slide11.xml" Id="R9f9fa848b3314524" /><Relationship Type="http://schemas.openxmlformats.org/officeDocument/2006/relationships/slide" Target="/ppt/slides/slide12.xml" Id="R6c19b356251b4f69" /><Relationship Type="http://schemas.openxmlformats.org/officeDocument/2006/relationships/slide" Target="/ppt/slides/slide13.xml" Id="R6be6aa5e87d14ff2" /><Relationship Type="http://schemas.openxmlformats.org/officeDocument/2006/relationships/slide" Target="/ppt/slides/slide14.xml" Id="R6e8ad90113b8423b" /><Relationship Type="http://schemas.openxmlformats.org/officeDocument/2006/relationships/slide" Target="/ppt/slides/slide15.xml" Id="R7aa4a1c55b784e74" /><Relationship Type="http://schemas.openxmlformats.org/officeDocument/2006/relationships/slide" Target="/ppt/slides/slide16.xml" Id="R4975aa90183b4bc1" /><Relationship Type="http://schemas.openxmlformats.org/officeDocument/2006/relationships/slide" Target="/ppt/slides/slide17.xml" Id="R4fe3bac7429e4269" /><Relationship Type="http://schemas.openxmlformats.org/officeDocument/2006/relationships/slide" Target="/ppt/slides/slide18.xml" Id="Rd299a603aeff4c65" /><Relationship Type="http://schemas.openxmlformats.org/officeDocument/2006/relationships/slide" Target="/ppt/slides/slide19.xml" Id="R72917c921f8a44bb" /><Relationship Type="http://schemas.openxmlformats.org/officeDocument/2006/relationships/slide" Target="/ppt/slides/slide20.xml" Id="R7b1aff7d2d3a40eb" /><Relationship Type="http://schemas.openxmlformats.org/officeDocument/2006/relationships/slide" Target="/ppt/slides/slide21.xml" Id="Redd363e08d594451" /><Relationship Type="http://schemas.openxmlformats.org/officeDocument/2006/relationships/slide" Target="/ppt/slides/slide22.xml" Id="R22f8f986cc204a20" /><Relationship Type="http://schemas.openxmlformats.org/officeDocument/2006/relationships/slide" Target="/ppt/slides/slide23.xml" Id="Rd6022e09171f46c5" /><Relationship Type="http://schemas.openxmlformats.org/officeDocument/2006/relationships/slide" Target="/ppt/slides/slide24.xml" Id="R57a4ec10bb9c45c4" /><Relationship Type="http://schemas.openxmlformats.org/officeDocument/2006/relationships/slide" Target="/ppt/slides/slide25.xml" Id="Rf1a182a9bb5445f6" /><Relationship Type="http://schemas.openxmlformats.org/officeDocument/2006/relationships/slide" Target="/ppt/slides/slide26.xml" Id="R9ac2f46ce3384998" /><Relationship Type="http://schemas.openxmlformats.org/officeDocument/2006/relationships/slide" Target="/ppt/slides/slide27.xml" Id="R196aec13dd8e40e0" /><Relationship Type="http://schemas.openxmlformats.org/officeDocument/2006/relationships/slide" Target="/ppt/slides/slide28.xml" Id="R6cb3c64f7b9f4c64" /><Relationship Type="http://schemas.openxmlformats.org/officeDocument/2006/relationships/slide" Target="/ppt/slides/slide29.xml" Id="R80b24eebff6b4712" /><Relationship Type="http://schemas.openxmlformats.org/officeDocument/2006/relationships/slide" Target="/ppt/slides/slide30.xml" Id="Rbcf32b66cfaf4977" /><Relationship Type="http://schemas.openxmlformats.org/officeDocument/2006/relationships/slide" Target="/ppt/slides/slide31.xml" Id="R24f108b6682141c0" /><Relationship Type="http://schemas.openxmlformats.org/officeDocument/2006/relationships/slide" Target="/ppt/slides/slide32.xml" Id="Rf3f6396b088c4f89" /><Relationship Type="http://schemas.openxmlformats.org/officeDocument/2006/relationships/slide" Target="/ppt/slides/slide33.xml" Id="Re21ed53bf2fa4178" /><Relationship Type="http://schemas.openxmlformats.org/officeDocument/2006/relationships/slide" Target="/ppt/slides/slide34.xml" Id="R9e836f59eb35461f" /><Relationship Type="http://schemas.openxmlformats.org/officeDocument/2006/relationships/slide" Target="/ppt/slides/slide35.xml" Id="Rf5c6071351ae48ef" /><Relationship Type="http://schemas.openxmlformats.org/officeDocument/2006/relationships/slide" Target="/ppt/slides/slide36.xml" Id="R5e90b8e7d2e34a97" /><Relationship Type="http://schemas.openxmlformats.org/officeDocument/2006/relationships/slide" Target="/ppt/slides/slide37.xml" Id="R77b172988fe6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80b680d784a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fd7ac2b7bc4df7" /><Relationship Type="http://schemas.openxmlformats.org/officeDocument/2006/relationships/notesMaster" Target="/ppt/notesMasters/notesMaster1.xml" Id="R24a3377b99004a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8a45f30177428c" /><Relationship Type="http://schemas.openxmlformats.org/officeDocument/2006/relationships/notesMaster" Target="/ppt/notesMasters/notesMaster1.xml" Id="R759cf326937e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bb750fffd444c8" /><Relationship Type="http://schemas.openxmlformats.org/officeDocument/2006/relationships/notesMaster" Target="/ppt/notesMasters/notesMaster1.xml" Id="R776a15490bf0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2ab602add7414a" /><Relationship Type="http://schemas.openxmlformats.org/officeDocument/2006/relationships/notesMaster" Target="/ppt/notesMasters/notesMaster1.xml" Id="R7df36b77f7a24d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c93c08a4d147c8" /><Relationship Type="http://schemas.openxmlformats.org/officeDocument/2006/relationships/notesMaster" Target="/ppt/notesMasters/notesMaster1.xml" Id="Rab8b4d822366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d4e6f0d78d4843" /><Relationship Type="http://schemas.openxmlformats.org/officeDocument/2006/relationships/notesMaster" Target="/ppt/notesMasters/notesMaster1.xml" Id="R441f4328db9c41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1b60a62b5e4681" /><Relationship Type="http://schemas.openxmlformats.org/officeDocument/2006/relationships/notesMaster" Target="/ppt/notesMasters/notesMaster1.xml" Id="R6d59937e56f3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aa5295b64046c9" /><Relationship Type="http://schemas.openxmlformats.org/officeDocument/2006/relationships/notesMaster" Target="/ppt/notesMasters/notesMaster1.xml" Id="Rcdbdaee2d7bb46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7ed218e8f436a" /><Relationship Type="http://schemas.openxmlformats.org/officeDocument/2006/relationships/notesMaster" Target="/ppt/notesMasters/notesMaster1.xml" Id="R01d8811c626d43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e987f8672349ef" /><Relationship Type="http://schemas.openxmlformats.org/officeDocument/2006/relationships/notesMaster" Target="/ppt/notesMasters/notesMaster1.xml" Id="Rd24bf9d7492a4b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7263d082d24655" /><Relationship Type="http://schemas.openxmlformats.org/officeDocument/2006/relationships/notesMaster" Target="/ppt/notesMasters/notesMaster1.xml" Id="Rfec78bdfa2fb45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ca5e5aefc04fde" /><Relationship Type="http://schemas.openxmlformats.org/officeDocument/2006/relationships/notesMaster" Target="/ppt/notesMasters/notesMaster1.xml" Id="Raf52c6114cd94e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a76af7bff14550" /><Relationship Type="http://schemas.openxmlformats.org/officeDocument/2006/relationships/notesMaster" Target="/ppt/notesMasters/notesMaster1.xml" Id="R1367e81575fb4f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cb3668e4d6436e" /><Relationship Type="http://schemas.openxmlformats.org/officeDocument/2006/relationships/notesMaster" Target="/ppt/notesMasters/notesMaster1.xml" Id="R6991fa1c2bce42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880a5d495c4ba9" /><Relationship Type="http://schemas.openxmlformats.org/officeDocument/2006/relationships/notesMaster" Target="/ppt/notesMasters/notesMaster1.xml" Id="Rec2fbf8d7c2049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a68a023055478d" /><Relationship Type="http://schemas.openxmlformats.org/officeDocument/2006/relationships/notesMaster" Target="/ppt/notesMasters/notesMaster1.xml" Id="Rb72aeb47c7484d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bbadbbac344912" /><Relationship Type="http://schemas.openxmlformats.org/officeDocument/2006/relationships/notesMaster" Target="/ppt/notesMasters/notesMaster1.xml" Id="R4cee31b1c22b49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bac3774c7f491d" /><Relationship Type="http://schemas.openxmlformats.org/officeDocument/2006/relationships/notesMaster" Target="/ppt/notesMasters/notesMaster1.xml" Id="R9ceb1476193144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40638449b14e80" /><Relationship Type="http://schemas.openxmlformats.org/officeDocument/2006/relationships/notesMaster" Target="/ppt/notesMasters/notesMaster1.xml" Id="R7e2f99fd618e4b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e476ba6c344b8c" /><Relationship Type="http://schemas.openxmlformats.org/officeDocument/2006/relationships/notesMaster" Target="/ppt/notesMasters/notesMaster1.xml" Id="R09e3ea7e011c4d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6f9e9dc41d4095" /><Relationship Type="http://schemas.openxmlformats.org/officeDocument/2006/relationships/notesMaster" Target="/ppt/notesMasters/notesMaster1.xml" Id="Rf8a87308895e4d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7e5b10b79744d2" /><Relationship Type="http://schemas.openxmlformats.org/officeDocument/2006/relationships/notesMaster" Target="/ppt/notesMasters/notesMaster1.xml" Id="Rda1a759413fe425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25f00eaf9c4f4f" /><Relationship Type="http://schemas.openxmlformats.org/officeDocument/2006/relationships/notesMaster" Target="/ppt/notesMasters/notesMaster1.xml" Id="Rc637a4dd800745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01bef38c4d4014" /><Relationship Type="http://schemas.openxmlformats.org/officeDocument/2006/relationships/notesMaster" Target="/ppt/notesMasters/notesMaster1.xml" Id="R650d12d4b5204c3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8d3300984874111" /><Relationship Type="http://schemas.openxmlformats.org/officeDocument/2006/relationships/notesMaster" Target="/ppt/notesMasters/notesMaster1.xml" Id="R2e591691aa8744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dcc55a28ef4a0f" /><Relationship Type="http://schemas.openxmlformats.org/officeDocument/2006/relationships/notesMaster" Target="/ppt/notesMasters/notesMaster1.xml" Id="R35890e2491044a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4f501f8f014051" /><Relationship Type="http://schemas.openxmlformats.org/officeDocument/2006/relationships/notesMaster" Target="/ppt/notesMasters/notesMaster1.xml" Id="Re2db64e273fa407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a16e2b16e2f4a57" /><Relationship Type="http://schemas.openxmlformats.org/officeDocument/2006/relationships/notesMaster" Target="/ppt/notesMasters/notesMaster1.xml" Id="R87f6e2d1c4ac47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5ff65df24e8466c" /><Relationship Type="http://schemas.openxmlformats.org/officeDocument/2006/relationships/notesMaster" Target="/ppt/notesMasters/notesMaster1.xml" Id="R32e3e51a81e04c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917a7effbb4707" /><Relationship Type="http://schemas.openxmlformats.org/officeDocument/2006/relationships/notesMaster" Target="/ppt/notesMasters/notesMaster1.xml" Id="R3a0764e2955f402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82921f8c12459a" /><Relationship Type="http://schemas.openxmlformats.org/officeDocument/2006/relationships/notesMaster" Target="/ppt/notesMasters/notesMaster1.xml" Id="R480712e5f47e4a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fac0b7400b443f" /><Relationship Type="http://schemas.openxmlformats.org/officeDocument/2006/relationships/notesMaster" Target="/ppt/notesMasters/notesMaster1.xml" Id="Rbd964bd2ab2943b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de187da845f4c76" /><Relationship Type="http://schemas.openxmlformats.org/officeDocument/2006/relationships/notesMaster" Target="/ppt/notesMasters/notesMaster1.xml" Id="Rc9a80c3effb4494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182d81daf049bc" /><Relationship Type="http://schemas.openxmlformats.org/officeDocument/2006/relationships/notesMaster" Target="/ppt/notesMasters/notesMaster1.xml" Id="R5e900cd59ae149c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64e49c919243ef" /><Relationship Type="http://schemas.openxmlformats.org/officeDocument/2006/relationships/notesMaster" Target="/ppt/notesMasters/notesMaster1.xml" Id="R48151c0c085d4e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09c89c2c0c64815" /><Relationship Type="http://schemas.openxmlformats.org/officeDocument/2006/relationships/notesMaster" Target="/ppt/notesMasters/notesMaster1.xml" Id="R38cc9bf16b914dc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3e4a48a51e4df6" /><Relationship Type="http://schemas.openxmlformats.org/officeDocument/2006/relationships/notesMaster" Target="/ppt/notesMasters/notesMaster1.xml" Id="R4cb32e57ce99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a1efb336342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b12b5cb36439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4321643e84a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7cbf0f4c642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67ce7fc48940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f1130ea1948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db96a69ae4b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7d30b8bfb43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8aaa87d25466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4d5795a384f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0247503da45a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0C991B-F90E-49CD-9A19-B143938EC4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38FE8E0-3760-440D-8752-F9AC577BC4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F7CACC-D569-4610-8B63-6770DA1265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D832E3-DED9-4C83-A98D-0D06AFB121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FAF8DE-A51D-40A4-A723-0D7F0C6C7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BD32D5-6397-47E3-8F96-8F6E2551E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01D3CD-E7A7-4200-8ED7-5D5A90E107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80E7F2-F04A-4F53-B55D-AB6E71F98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FDD22F-01BA-467E-836C-E984EC264C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E373B-7609-4F3E-A62A-EDD431B4A3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843AE-B234-4C07-BC44-09C01F16F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2CA9BB-C40B-4DA7-9E6B-F6514F2AC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1ABDFE-9091-4BD3-AE68-E454546D60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C499F7-410B-495F-B5DA-BBCB915BFB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195A9D-C59E-49E7-9CD9-0ADAC57863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F301CB-6455-469F-B9E8-F87F31CD4B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E076CE-F012-4D3F-AEB0-87A054285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38EA28-764A-4D81-94D9-4F4FF7785D8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5A242A-2C9D-47F3-B903-14A51AE62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D927879-8C66-4785-A91B-0AC491E78A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4DDBC4-D68B-4088-A167-1B6BD8C9A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B2E5CB-5358-41EF-BB1E-96E959FB2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A05A8C-EC2F-4F9F-AB64-40B49F2FB0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D53D3FB-51E9-4C10-91D1-A86B398F9E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48A2B4-AAF2-4C68-A958-98E3A9F6DA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AE28AC8-5099-41AD-8807-097D7EC02D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C254A47-64AE-4782-8D1F-A5C5035AFF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944FA8-8CDF-43B6-A44B-BD643F7851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8D471C0-1945-46D7-9581-86188E0D7C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8D97A7-14C2-4EAA-8360-212193B17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EDA29B9-55E8-44EF-944E-6AD182B564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0589B6B-0C12-48A1-A776-401E146046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4F91F8B-319E-464F-A0A4-E90F1A7BB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5679044-2D6F-41EE-9AAC-705FCD9EF9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D61B92A-E9D1-4050-A78F-5EFF7229D2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AF039A0-D233-49E3-A426-60FE437716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84BE4E-2ADF-4038-8904-904733EFC9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A08A38-5E8E-4A7A-B13E-6DF1A9090F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0604971-B035-48F4-AC92-A4F5BE4F3C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0E5795-1144-4F92-99DB-ECA413E4C3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E977AA-4694-4AC6-9221-E7C562F9A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6C5382-3153-431B-95B8-660107AA3B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B78FD4-D934-4C68-BAFE-D15B39A99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1D58905-9262-4CC6-BAA9-A2BB5F4155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4416A3-C5E7-4B5E-953D-BD028B9DA8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E359A02-8557-4580-A233-4189FF1B7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CF762D0-2AED-4565-BCE9-4712BBF324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CFA52A-D3B2-42D5-8C67-D99FA4F9C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98F091-160C-4730-AFEA-52F113B3EE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611557-BD25-438F-BEFB-C81A70BDA8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E4F2DB-17CF-4D14-822B-5DB853C604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5AADA9-31C0-4BE7-8B00-C87F3595B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D20A70-29D4-4056-9CB5-B2DCFB259B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8415E3F-75B2-40C2-B18D-AF8611103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EFA5EC-34A4-40E8-800B-B3946FFAC7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4664ED-83E5-4C92-BA3F-8D6C9662E3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1ACDB9-0F04-491D-A05D-F773AB1965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0FAFBF-CFE0-4167-A59C-82F9AD9E6B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bfafc9c5c24f23" /><Relationship Type="http://schemas.openxmlformats.org/officeDocument/2006/relationships/slideLayout" Target="/ppt/slideLayouts/slideLayout1.xml" Id="R4e7fbaa0110845c6" /><Relationship Type="http://schemas.openxmlformats.org/officeDocument/2006/relationships/slideLayout" Target="/ppt/slideLayouts/slideLayout2.xml" Id="R28414c30c28d438e" /><Relationship Type="http://schemas.openxmlformats.org/officeDocument/2006/relationships/slideLayout" Target="/ppt/slideLayouts/slideLayout3.xml" Id="Raf4b9e64447c4536" /><Relationship Type="http://schemas.openxmlformats.org/officeDocument/2006/relationships/slideLayout" Target="/ppt/slideLayouts/slideLayout4.xml" Id="R48e236f8f2794f70" /><Relationship Type="http://schemas.openxmlformats.org/officeDocument/2006/relationships/slideLayout" Target="/ppt/slideLayouts/slideLayout5.xml" Id="R60c52ff83ceb4afd" /><Relationship Type="http://schemas.openxmlformats.org/officeDocument/2006/relationships/slideLayout" Target="/ppt/slideLayouts/slideLayout6.xml" Id="R47da9bb20daa4d55" /><Relationship Type="http://schemas.openxmlformats.org/officeDocument/2006/relationships/slideLayout" Target="/ppt/slideLayouts/slideLayout7.xml" Id="Rce57ae6a91a64d15" /><Relationship Type="http://schemas.openxmlformats.org/officeDocument/2006/relationships/slideLayout" Target="/ppt/slideLayouts/slideLayout8.xml" Id="Re65d81615eea4734" /><Relationship Type="http://schemas.openxmlformats.org/officeDocument/2006/relationships/slideLayout" Target="/ppt/slideLayouts/slideLayout9.xml" Id="R600a5688cc0f43db" /><Relationship Type="http://schemas.openxmlformats.org/officeDocument/2006/relationships/slideLayout" Target="/ppt/slideLayouts/slideLayout10.xml" Id="Rcac4aecc86704c40" /><Relationship Type="http://schemas.openxmlformats.org/officeDocument/2006/relationships/slideLayout" Target="/ppt/slideLayouts/slideLayout11.xml" Id="R29489cfd20bd4d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7BD3D9F-5EA3-4E9F-A2E5-2115C7421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9E13A6-850A-4642-9CCD-7451AA582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59565D-B076-4ED0-937B-844CE755DF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552ABF-CC4C-4070-A17E-96AD1CC3324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50E93A-1154-47EA-861B-E157AC4834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7fbaa0110845c6"/>
    <p:sldLayoutId xmlns:r="http://schemas.openxmlformats.org/officeDocument/2006/relationships" id="2147483650" r:id="R28414c30c28d438e"/>
    <p:sldLayoutId xmlns:r="http://schemas.openxmlformats.org/officeDocument/2006/relationships" id="2147483651" r:id="Raf4b9e64447c4536"/>
    <p:sldLayoutId xmlns:r="http://schemas.openxmlformats.org/officeDocument/2006/relationships" id="2147483652" r:id="R48e236f8f2794f70"/>
    <p:sldLayoutId xmlns:r="http://schemas.openxmlformats.org/officeDocument/2006/relationships" id="2147483653" r:id="R60c52ff83ceb4afd"/>
    <p:sldLayoutId xmlns:r="http://schemas.openxmlformats.org/officeDocument/2006/relationships" id="2147483654" r:id="R47da9bb20daa4d55"/>
    <p:sldLayoutId xmlns:r="http://schemas.openxmlformats.org/officeDocument/2006/relationships" id="2147483655" r:id="Rce57ae6a91a64d15"/>
    <p:sldLayoutId xmlns:r="http://schemas.openxmlformats.org/officeDocument/2006/relationships" id="2147483656" r:id="Re65d81615eea4734"/>
    <p:sldLayoutId xmlns:r="http://schemas.openxmlformats.org/officeDocument/2006/relationships" id="2147483657" r:id="R600a5688cc0f43db"/>
    <p:sldLayoutId xmlns:r="http://schemas.openxmlformats.org/officeDocument/2006/relationships" id="2147483658" r:id="Rcac4aecc86704c40"/>
    <p:sldLayoutId xmlns:r="http://schemas.openxmlformats.org/officeDocument/2006/relationships" id="2147483659" r:id="R29489cfd20bd4de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c0ba3b12a04f8e" /><Relationship Type="http://schemas.openxmlformats.org/officeDocument/2006/relationships/notesSlide" Target="/ppt/notesSlides/notesSlide1.xml" Id="Rc287a6eb016b49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eb8ce4def84b42" /><Relationship Type="http://schemas.openxmlformats.org/officeDocument/2006/relationships/notesSlide" Target="/ppt/notesSlides/notesSlide2.xml" Id="R6a6cbd437d9248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0644e3de914968" /><Relationship Type="http://schemas.openxmlformats.org/officeDocument/2006/relationships/notesSlide" Target="/ppt/notesSlides/notesSlide3.xml" Id="R99958df0ed3846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27d00abdc34468" /><Relationship Type="http://schemas.openxmlformats.org/officeDocument/2006/relationships/notesSlide" Target="/ppt/notesSlides/notesSlide4.xml" Id="Rd5470519fca144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e92f8843cb499d" /><Relationship Type="http://schemas.openxmlformats.org/officeDocument/2006/relationships/notesSlide" Target="/ppt/notesSlides/notesSlide5.xml" Id="R1299fa480bd34a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5940f4f6d94476" /><Relationship Type="http://schemas.openxmlformats.org/officeDocument/2006/relationships/notesSlide" Target="/ppt/notesSlides/notesSlide6.xml" Id="R99f787612aa54a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86aa4ad5c6445f" /><Relationship Type="http://schemas.openxmlformats.org/officeDocument/2006/relationships/notesSlide" Target="/ppt/notesSlides/notesSlide7.xml" Id="R76a2773510eb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657375fcd34647" /><Relationship Type="http://schemas.openxmlformats.org/officeDocument/2006/relationships/notesSlide" Target="/ppt/notesSlides/notesSlide8.xml" Id="Rc9a34d917cc547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a4350d76aa4d57" /><Relationship Type="http://schemas.openxmlformats.org/officeDocument/2006/relationships/notesSlide" Target="/ppt/notesSlides/notesSlide9.xml" Id="Rf125c54e0a7a4e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9601e872414fb7" /><Relationship Type="http://schemas.openxmlformats.org/officeDocument/2006/relationships/notesSlide" Target="/ppt/notesSlides/notesSlide10.xml" Id="R7579daaf0a1d42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9d6d6baef249ce" /><Relationship Type="http://schemas.openxmlformats.org/officeDocument/2006/relationships/notesSlide" Target="/ppt/notesSlides/notesSlide11.xml" Id="R7fade65bcf9344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6e36782058467e" /><Relationship Type="http://schemas.openxmlformats.org/officeDocument/2006/relationships/notesSlide" Target="/ppt/notesSlides/notesSlide12.xml" Id="R4aad531db70e46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5e2e2a479b4d21" /><Relationship Type="http://schemas.openxmlformats.org/officeDocument/2006/relationships/notesSlide" Target="/ppt/notesSlides/notesSlide13.xml" Id="Re0c89f58fe1641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7af2cdcced4669" /><Relationship Type="http://schemas.openxmlformats.org/officeDocument/2006/relationships/notesSlide" Target="/ppt/notesSlides/notesSlide14.xml" Id="Rd18b8b0d77f7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31de793ee44e43" /><Relationship Type="http://schemas.openxmlformats.org/officeDocument/2006/relationships/notesSlide" Target="/ppt/notesSlides/notesSlide15.xml" Id="Rb18f230365ff4a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dca18a894547a1" /><Relationship Type="http://schemas.openxmlformats.org/officeDocument/2006/relationships/notesSlide" Target="/ppt/notesSlides/notesSlide16.xml" Id="R2d788735fe8347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1f8b590d3d460d" /><Relationship Type="http://schemas.openxmlformats.org/officeDocument/2006/relationships/notesSlide" Target="/ppt/notesSlides/notesSlide17.xml" Id="Rbe6ebaccf53049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f7f62fc9e543fd" /><Relationship Type="http://schemas.openxmlformats.org/officeDocument/2006/relationships/notesSlide" Target="/ppt/notesSlides/notesSlide18.xml" Id="Re047c292946e4a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da8424addb4c7d" /><Relationship Type="http://schemas.openxmlformats.org/officeDocument/2006/relationships/notesSlide" Target="/ppt/notesSlides/notesSlide19.xml" Id="R7e83697ae8e04c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d582fb6c8d44eb" /><Relationship Type="http://schemas.openxmlformats.org/officeDocument/2006/relationships/notesSlide" Target="/ppt/notesSlides/notesSlide20.xml" Id="R65749df54cd240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0fd366b7f2406d" /><Relationship Type="http://schemas.openxmlformats.org/officeDocument/2006/relationships/notesSlide" Target="/ppt/notesSlides/notesSlide21.xml" Id="Rfbd95d2ad59647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8d4f801a214dfb" /><Relationship Type="http://schemas.openxmlformats.org/officeDocument/2006/relationships/notesSlide" Target="/ppt/notesSlides/notesSlide22.xml" Id="Rd56a02b2c8454e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24a6dee3d84075" /><Relationship Type="http://schemas.openxmlformats.org/officeDocument/2006/relationships/notesSlide" Target="/ppt/notesSlides/notesSlide23.xml" Id="R22fd44f4802c41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b295a1c52349c4" /><Relationship Type="http://schemas.openxmlformats.org/officeDocument/2006/relationships/notesSlide" Target="/ppt/notesSlides/notesSlide24.xml" Id="R7ac09a2054b340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7f1b5d1a67440e" /><Relationship Type="http://schemas.openxmlformats.org/officeDocument/2006/relationships/notesSlide" Target="/ppt/notesSlides/notesSlide25.xml" Id="R3be7fcddc6b840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4a2a5a38704a0a" /><Relationship Type="http://schemas.openxmlformats.org/officeDocument/2006/relationships/notesSlide" Target="/ppt/notesSlides/notesSlide26.xml" Id="Rd755e84efa1644d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78ee248cd84ac7" /><Relationship Type="http://schemas.openxmlformats.org/officeDocument/2006/relationships/notesSlide" Target="/ppt/notesSlides/notesSlide27.xml" Id="R0a76aff46e0041c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4b9d117e614c70" /><Relationship Type="http://schemas.openxmlformats.org/officeDocument/2006/relationships/notesSlide" Target="/ppt/notesSlides/notesSlide28.xml" Id="R9461353c16df4e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1950987c344274" /><Relationship Type="http://schemas.openxmlformats.org/officeDocument/2006/relationships/notesSlide" Target="/ppt/notesSlides/notesSlide29.xml" Id="R24f44db679d94d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0969662f7e4e12" /><Relationship Type="http://schemas.openxmlformats.org/officeDocument/2006/relationships/notesSlide" Target="/ppt/notesSlides/notesSlide30.xml" Id="Ra3941cb1bb99452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90a888ef864e00" /><Relationship Type="http://schemas.openxmlformats.org/officeDocument/2006/relationships/notesSlide" Target="/ppt/notesSlides/notesSlide31.xml" Id="R3b27ac81cdb543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d2134c82104e26" /><Relationship Type="http://schemas.openxmlformats.org/officeDocument/2006/relationships/notesSlide" Target="/ppt/notesSlides/notesSlide32.xml" Id="R5071b470ddc84c4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eab855ebc24c76" /><Relationship Type="http://schemas.openxmlformats.org/officeDocument/2006/relationships/notesSlide" Target="/ppt/notesSlides/notesSlide33.xml" Id="R41548014aa4f48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d45711ce441b0" /><Relationship Type="http://schemas.openxmlformats.org/officeDocument/2006/relationships/notesSlide" Target="/ppt/notesSlides/notesSlide34.xml" Id="R433f13a55588462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b17f95ad084c6b" /><Relationship Type="http://schemas.openxmlformats.org/officeDocument/2006/relationships/notesSlide" Target="/ppt/notesSlides/notesSlide35.xml" Id="R7e8c00fbc9024b1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a8bb020f80484d" /><Relationship Type="http://schemas.openxmlformats.org/officeDocument/2006/relationships/notesSlide" Target="/ppt/notesSlides/notesSlide36.xml" Id="R43ca63dcda6b4a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16e393b7624231" /><Relationship Type="http://schemas.openxmlformats.org/officeDocument/2006/relationships/notesSlide" Target="/ppt/notesSlides/notesSlide37.xml" Id="Rbc5c1c33f34b45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6DE40C-42EB-41FE-A232-2317A1B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25E0FE-6427-4CCE-B161-E3634AB7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视觉组第四讲 · HELLO ARMOR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8CBE3F-ADCD-4A08-AC4D-D253FBE2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52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装甲板位姿解算</a:t>
            </a:r>
          </a:p>
          <a:p xmlns:a="http://schemas.openxmlformats.org/drawingml/2006/main">
            <a:r>
              <a:rPr sz="20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 2D 识别结果到 3D 位姿：cv::solvePnP 全流程实战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FE0DB3-FD69-4338-B03C-666D602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主讲人：______　　助教：______　　时长：90 分钟　　承接 Lecture 3《Hello OOP》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B1C28E8-47BF-4AE8-9CD6-55A80FE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57200"/>
            <a:ext cx="2011680" cy="10972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SP 队徽</a:t>
            </a:r>
          </a:p>
        </p:txBody>
      </p:sp>
    </p:spTree>
    <p:extLst>
      <p:ext uri="{BB962C8B-B14F-4D97-AF65-F5344CB8AC3E}">
        <p14:creationId xmlns:p14="http://schemas.microsoft.com/office/powerpoint/2010/main" val="1204776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FAD31C0-A918-473E-9FD1-AB7D9CA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课程地图 ·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2D1ABE-0AE7-42B4-B2F4-9F5527B1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今天 90 分钟，我们要走完这条链路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2A66449-AB30-4E88-9CB5-64C0F9FE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D7D1EC-F059-42AA-BFD8-4C073946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EA2604-E793-4F35-A5C2-335B183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0020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复习导入：上节课我们手里有了什么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6CE885-97A4-4338-B03A-B82B263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0020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1A1401C-D221-4E18-91FE-81B02CC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DCA622D-2708-46C5-876D-E3681DE3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6712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1F079A-374B-4F6E-A6B6-E64657AA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6712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为什么装甲板需要“位姿”而不只是位置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0B1C24-1D54-4BCE-B977-FF35D3FD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16712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7 min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6A4996B-47A9-4010-9E76-C122F24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5CF7E84-F806-4428-95B2-CF4833EC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3405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6A7B97-0A75-485F-AE28-EB0A934D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73405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PnP 原理与 cv::solvePnP 接口精讲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0537C6-5642-4044-B890-AC4E849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73405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 min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E10BA9C-0D51-41B2-8D67-3BA05A25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F314CD-7E6F-43C0-AA10-18C7C512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9E52ED4-9300-4B1C-9CA1-4126424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00984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动手实验一：Task 01~03，建立 3D-2D 对应并解 PnP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6B18533-96D6-4640-A7AB-522BF850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300984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 min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BA6F604-A7A1-4275-BEF7-FDC2EDED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BF1CFBD-974C-49E4-AF2B-31A31AA0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67912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C0DAFF-CAAE-42F8-B140-49C3645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867912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揭秘：旋转向量／矩阵／欧拉角／四元数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83D2003-A17B-4382-9515-748B72B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867912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 min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83C0E0A7-F687-438A-8F7C-FD407E5D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6624EB4-5336-424C-9319-AF2D6A4A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34840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D48C3B6-4BD8-43BF-9ED8-EAEA233C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动手实验二：Task 04~05，验证结果并得到瞄准角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13EECD-8642-423C-B3C8-389896CB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434840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 min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4499C52-C59D-47D6-B53B-6E6F13F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0D524B4-9D12-414D-9587-670B958A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735EF5B-95B5-4A46-836F-B760975A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001768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坐标系全景：从像素到机器人本体 / IMU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C39DF48-BA2A-4B51-84B3-E53EA45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01768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3F52CBDD-96BB-4E27-B235-4FB2C10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1AAE053-17C5-4801-8BCC-6D6EC1A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68696"/>
            <a:ext cx="777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CF77EB2-B193-428A-B77C-A010622A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568696"/>
            <a:ext cx="8778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总结、答疑与作业布置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8BA9545-291B-4DD3-B4AB-456E9B4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568696"/>
            <a:ext cx="12801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6 min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3D4EED6-F1F5-4681-B051-34D2B134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课程地图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780FF2F-8C00-4E32-B410-1B52DFE1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2416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1CB2B7-1C9B-4B1D-B319-4FF8C16F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7C1B567-0B84-4A56-A6A9-8FF4495C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96A69CB-958A-4B11-8386-E87B6CF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复习导入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上节课我们手里有了什么？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923224E-EFB9-4480-97B5-FFEF099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8D721F-A7AE-4B41-AE16-27AA909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4628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47599A1-8A71-446C-816B-52015D8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B8C7F38-5500-44B6-A7DD-D4CBEEA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上节课回顾（Hello OOP）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F2A274-9A71-4DEE-ABF4-FA117BE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C/C++ 编译与 CMake：会写 CMakeLists.txt，能编译、运行自己的工程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面向对象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：类 = 属性 + 方法；构造/析构函数；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封装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——数据安全、隐藏实现、便于协作、防止耦合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已经写好的两个类：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Camera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类：封装取图细节，对外只给一帧图像 + 时间戳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识别器 / Detector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类：目标是识别装甲板并分类（位置、颜色、数字）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两种识别思路：传统灯条法 / YOLO-pose 端到端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作业：连接工业相机，封装相机类，用神经网络识别装甲板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09593A-65A1-4A3D-860D-52B19B47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5C9563-5611-436F-ADCA-53D5829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5376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45396D-DB91-46FD-BFCE-BA8C9111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B31571-14DF-4C50-A042-631FE32C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现在，程序手里已经有了什么？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4A3FF4-1191-41AC-B7EB-48089DAB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detector.detect(img)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返回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armors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（一个 Armor 列表）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结构体里有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left / right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两根灯条（Lightbar）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每根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有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top / bottom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两个端点 → 一块装甲板 =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4 个 2D 像素点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也就是说：识别这一步，已经把“装甲板在哪张图的哪个位置”这件事解决了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A34B78D-DD19-4A44-A9E8-D486075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Armor / Lightbar 结构体关系图
（left/right → top/bottom → 4 个像素点）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D9E719-E978-4469-B0DF-4431AABA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5C645BC-309C-4703-98E8-094E2A8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0483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1E49EE-E648-4DD3-ABCD-12B77C74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P0 · 复习导入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8C9E49-0C19-4116-A91D-31D0518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只有这 4 个 2D 点，够瞄准吗？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678184-F0CF-4698-B277-98B3F5FA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看两张图：3 号车比 4 号车离我们更远 —— 人眼一眼就能判断距离，程序呢？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再看三张图：同一块装甲板，角度都不一样 —— 这是“朝向”的差异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提问互动：仅凭图像上 4 个像素点的坐标，你能猜出装甲板离相机多远、朝哪个方向偏吗？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4E8E584-9F16-479E-B69D-BC3B0494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同一装甲板：不同距离 + 不同旋转角度
的对比照片（3 张）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F654792-3D85-4730-9C43-46EA118E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715000"/>
            <a:ext cx="39776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引导学生讨论后再进入下一部分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E13CB8-D025-46A3-81A4-021CC650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P0 复习导入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BC616A5-9F83-4E0C-BD73-871B5A1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6249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67177C-E7A9-4D70-8F14-EBF54A58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63C6765-E35C-417E-AD2D-53F3CD8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2861AA-B5C5-4265-88B6-1B717CB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为什么需要位姿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位置够不够？朝向怎么描述？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B11FFD-6709-4D33-8168-C2D55BBC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6222E2-268F-4483-8E96-0293ED6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8265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592707-4E80-4A02-A208-52B259A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A698E4F-88BC-4A79-B8A5-786E98A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位姿 = 位置 + 朝向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68AFC7-FB87-4052-B656-A1F3DEF3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位置（Position）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：一个三维向量 (x, y, z)，装甲板中心在相机坐标系下的坐标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朝向（Orientation / Rotation）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：装甲板“转了多少度、往哪边转”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直观理解朝向——借用飞机的三个转动自由度：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偏航 yaw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：绕“上下轴”转，改变朝向左右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俯仰 pitch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：绕“左右轴”转，改变抬头低头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横滚 roll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：绕“前后轴”转，改变侧向倾斜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644BF69-1416-4ED2-B417-B5AAAD8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飞机 yaw / pitch / roll 三轴示意图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299322-9F20-42DF-8E80-9E06D57B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B6C4AB-9007-4B22-8D07-3EABDC8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2770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A423EBA-C58E-4D70-BA43-8871F18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7E49315-0923-4325-921C-37872D1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先认清两个坐标系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E425C47-C0C0-47E5-A3D3-2DC0B1A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装甲板局部坐标系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：原点在装甲板中心，x 向右、y 向下、z 指向板外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物理尺寸（今天要用到）：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ARMOR_WIDTH = 0.135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（灯条间宽），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LIGHTBAR_LENGTH = 0.056 m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（单根灯条长）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：原点是镜头光心，随相机刚体一起平移、旋转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我们的目标：算出“装甲板坐标系”相对“相机坐标系”的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 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平移 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F81192D-91F1-4C56-A553-09401782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装甲板局部坐标系 + 相机坐标系
双坐标轴示意图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9D36B9-9405-43C1-B5C4-95168D1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383CA6E-5CE2-498C-9E0C-6C11B73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4281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131DE54-F65B-4E34-B1D2-C4B3EC4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P1 · 为什么需要位姿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DE0909-47AC-447B-9623-3B3F75C1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工程上为什么必须要“姿态”，不只是“位置”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BCC8CD-2546-457B-8067-870C513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相机和枪管往往不重合、不共轴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—— 只用 2D 画面中心瞄准，会有系统性偏差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真实机器人会自转、会移动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，姿态千变万化 —— 需要用装甲板姿态反推它的旋转中心，才能预测它下一刻在哪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一句话：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2D 检测解决“看见”，3D 位姿解决“打中”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25F455-F163-462E-B114-AA08D2F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相机与枪管不共轴示意图 +
机器人自转底盘照片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EEEDCB-80BC-4E22-8B17-CA0E4878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P1 为什么需要位姿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13DA60-5015-487D-9725-A38E946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5384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7E1250-F3C2-4AD5-B29E-E277C85A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34DB55-00D1-417B-9480-10D527B3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8BAEF7-9CD2-4FC5-975C-3BA2911C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PnP 原理与 API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从对应点到位姿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B1A5381-0D1E-42BA-8472-67A6DE8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E2DBE5-C33D-4868-BD28-F7F5587A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7254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1DD20A7-D5AD-4AD2-A944-409F6FB9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73EC22-4400-474A-86C8-6640BA3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Perspective-n-Points 问题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B1DD37-03ED-449B-A251-0B1341EC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已知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n 组对应点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物体局部坐标系下的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n 个三维点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（我们知道装甲板多大、点在哪）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图像上对应的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n 个二维像素点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（检测器已经给出来了）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再加上相机的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内参（焦距、主点）和畸变系数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求解：物体相对相机的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 R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平移 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502BB83-33BB-4871-998D-6D39308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经典 PnP 示意图：
世界坐标系 3D 点 → 图像平面 2D 点
(R, t) 箭头连接两个坐标系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137806-AEBA-430E-B1CF-C933F52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540387C-0721-4A35-BCAA-2E66E3D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19395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334411A-716D-4923-99C9-DBB11900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23858C-AA18-4EF3-9E31-C8B327A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cv::solvePnP 函数签名精讲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9C9C5F9-22DA-455B-A4CD-8E4C025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OpenCV 已经把 PnP 问题的求解封装成了一个函数，我们只管“喂数据”：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5D8BD06-088A-4E29-BDAF-CD2F30B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8346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bool cv::solvePnP(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objectPoints,   // 输入：物体局部坐标系下的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imagePoints,    // 输入：图像上对应的 n 个点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cameraMatrix,   // 输入：相机内参矩阵（我们会提供）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InputArray  distCoeffs,     // 输入：畸变系数（我们会提供）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rvec,           // 输出：旋转向量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OutputArray tvec,           // 输出：平移向量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bool useExtrinsicGuess = false,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int  flags = SOLVEPNP_ITERATIVE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F34FE28-AE75-48F9-8C31-D4ED42D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9FE502D-A29C-4958-9E50-C031E2D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46748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973A944-F790-46B5-862F-6E458F0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P2 · PnP 原理与 API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5AD620-44EC-46B2-942B-E6011747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输出到底是什么？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239318-28F3-49FC-8A18-D536A6A5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：一个 3×1 向量 —— 装甲板坐标系原点，在相机坐标系下的位置（平移向量）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rvec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：也是一个 3×1 向量，代表旋转……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rvec 具体是什么？先卖个关子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—— 我们先把代码跑起来，等会儿亲手转一转装甲板，你就懂了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2213374-41EE-4AAA-B123-0B612FBD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装甲板坐标轴照片 + 相机坐标轴照片
（并排对比）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22BAFE-2121-4150-8056-579B2B01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P2 PnP 原理与 API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139C9B2-3668-4092-8C0A-30A3215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8845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CCE9ED-29AD-4A51-974B-1654C05A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0499B9F-2C49-4218-9E98-F8AE467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F573AB-4AF3-4D18-BCB2-5116A7D8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动手实验一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01~03：解出 tvec / rvec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49D365-BACE-40B2-85ED-9B799200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BF5150-B9C1-4C80-8AC2-4361A31C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95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794E8F-11F3-49F7-A585-E5320FD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D0F518-7A83-4FF2-A9B7-BD397010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实验环境 &amp; 点位约定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8F1761-AFFD-4AD2-A078-994F5025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项目结构：`class/src/main.cpp` 是你要填空的文件；`tasks/` 下的 Detector 已经帮你写好，直接调用即可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关键约定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：4 个关键点的顺序 —— 以左上角灯条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顶点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为 1 号，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顺时针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1→2→3→4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1 = 左灯条上端　2 = 右灯条上端　3 = 右灯条下端　4 = 左灯条下端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这个顺序在 object_points 和 img_points 里必须完全一致，否则解出来的位姿是错的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5086D28-6342-41C6-A439-C0C9B91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实物装甲板照片，
绿点标注 1/2/3/4 号点位置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792E073-CC9B-49BC-B31A-B091F86B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540F023-F7CB-4917-AE91-C6D6CB86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9014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FD4BB0E-6A4B-43B0-A879-ECEFCD9F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AFEE75-40A2-4C55-A401-B68E7E9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01 · 装甲板局部坐标系的 3D 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54D7775-D440-40D0-8BAF-21A6A1D6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2FB4EAC-6053-4204-AA5D-59BAA22D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`class/tasks/pose_solver.cpp` 的 `object_points()` 中填写四个灯条端点。小装甲板的灯条中心间距为 0.135 m，灯条长度为 0.056 m。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7F42B39-5750-432A-B5CA-DCCBA45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static const double LIGHTBAR_LENGTH = 0.056;  // 灯条长度  单位: 米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static const double ARMOR_WIDTH     = 0.135;  // 装甲板宽度 单位: 米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01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object_points 是 物体局部坐标系下 n 个点 的坐标，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也就是装甲板坐标系下 4 个点的坐标。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static const std::vector&lt;cv::Point3f&gt; object_points 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,      , 0 },  // 点 1  左上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,      , 0 },  // 点 2  右上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,      , 0 },  // 点 3  右下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{      ,      , 0 }   // 点 4  左下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AA9E74-7373-4AB2-A2FF-AB0A22E4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8756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提示：局部原点在板中心，x 向右、y 向下、z 垂直板面。四个点都在 z = 0 平面上。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E85689-0E5B-4B49-84A9-0DC6DB9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E2460FC-F740-434F-885A-7B4F210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605032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8CDD20-3B29-4B3C-AFB5-6BC9CFAC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F1B094F-274D-449C-9D58-047DDD4D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02 · 构造 2D 像素点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490BDD78-1324-454E-9934-CD14FEF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DE02E3-A7C7-41D1-B915-280F311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`class/src/main.cpp` 中把检测器给出的四个端点按左上、右上、右下、左下顺序存入 `image_points`。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55C55A0-8FDF-488F-9E37-E0A88A8D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3063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auto armors = detector.detect(img);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if (!armors.empty()) {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auto armor = armors.front();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tools::draw_points(img, armor.points);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#### Task 02 #############################################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img_points 是 像素坐标系下 n 个点 的坐标，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也就是照片上装甲板 4 个点的坐标。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std::vector&lt;cv::Point2f&gt; img_points{ , , , };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提示：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- 看看 Armor 结构体有哪些成员；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- armor 的成员 left 和 right 是两根灯条 (Lightbar)；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- Lightbar 的 top / bottom 端点就是我们要的点。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    // ###########################################################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68CE504-8EEA-4656-86A3-007A8807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0FD887-D6EE-4A5E-B5B5-09AF9BE8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5974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F1C0A0-7DB7-468E-ABA3-583097DE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C2D7E8-67AC-483B-8273-E0A5ECE1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03 · 调用 cv::solvePnP 得到位姿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2909C06-B7AC-4C61-911B-865E1C53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B75EF53-1CA6-46C6-9D85-748CBC05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`PoseSolver::solve()` 中使用 Task 01 的 3D 点、Task 02 的 2D 点和已标定的相机参数，输出 rvec 与 tvec。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36D098F-015A-4EEC-BF83-60D30503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15544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03 ##############################################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cv::Mat rvec, tvec;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所有要传入的值都已经具备了。现在调用 solvePnP 解算装甲板位姿，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rvec 和 tvec 用于存储 solvePnP 输出的结果：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cv::solvePnP( , , , , rvec, tvec);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############################################################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2E7869-8B26-4F5D-85DA-89CF3B0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6DC96D-BEF6-41B4-B7FF-4EDE331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777057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AB1F14B-7630-43AF-8A61-880B5EB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P3 · 动手实验一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AE80AF-1376-467E-87B5-EC0FCFB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Debug 小贴士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DE54931-D7A4-40E0-867D-7897918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编译运行：`cmake -B build &amp;&amp; cmake --build build`，再 `./build/main`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跑通后画面上会打印出 tvec 的数值（还未显示，下一环节我们再打出来）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常见报错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：`CAP_IMAGES: can't find … video.avi`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原因：在错误的目录下运行了可执行文件；解决：`cd` 回项目根目录，再 `./build/main`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BE06745-BFE8-4DF6-9CA0-5614429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终端截图：报错信息 +
cd 回根目录后正常运行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C485D10-C919-479E-A4E1-9FA6F0F4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P3 动手实验一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06F435B-849F-4F9D-90F0-6907DB7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04630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58193-07BF-4AA6-9CF7-253238BD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DFB5A9-BA68-4318-9FD3-3C13174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42050B-6D66-456B-8B44-37A04606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rvec 揭秘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旋转向量 / 矩阵 / 欧拉角 / 四元数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C63381A-6681-47D0-A614-441F7505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5E883F-FA89-42C8-A6E0-E8407CE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289461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B74E59-9509-4935-B5C5-19E6A81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92F974-5F1F-461E-8158-899964D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转一转，看一看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D5D9BF-DD08-4BA8-BD43-A35D0A2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动手环节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：拿起装甲板（或转动摄像头），观察终端里 rvec 三个分量如何变化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引导提问：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只绕一个轴转，rvec 的哪个分量在变？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转得越多，rvec 的数值变化有什么规律？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先靠直觉猜一猜，再看下一页的数学定义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83758CB-2BC8-4D87-A941-EBEF9BE2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终端滚动输出 roll 数值
随装甲板转动变化的截图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BE9A2F-2D08-4C1D-BD99-906676B8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B7E8996-0B19-4799-A11D-21359D69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192756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AD04FD2-5FCE-4DA7-951D-0AD6BEB5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69299B9-FC8F-4E54-9EF1-E1E690A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rvec 到底是什么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2050F2-8D7E-4100-AA11-F09195B0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旋转向量（rotation vector）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：一种紧凑的旋转表示法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方向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旋转轴方向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600"/>
              </a:spcAft>
              <a:buNone/>
            </a:pP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    ‑ </a:t>
            </a:r>
            <a:r>
              <a:rPr sz="17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模长（大小）</a:t>
            </a:r>
            <a:r>
              <a:rPr sz="17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绕这根轴旋转的角度（弧度）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好处：只用 3 个数就能表示任意旋转，比 3×3 的旋转矩阵更省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2C79FE3-B6F6-4555-BB7F-32CF681B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E8BA8E-BC83-48D1-BD12-412897C3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498556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510FFCC-FFCF-420B-B204-04611BC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E56646-3E79-4443-B3C7-1CAAC4FF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旋转的几种表示法，一张图看懂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B4F6E6-A247-436D-87DF-0AD44C8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旋转向量 rvec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cv::Rodrigues，可逆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反三角函数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旋转矩阵 rmat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 --[ 转换公式 ]--&gt; 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 quaternion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三种表示法本质等价，只是在不同场景下各有优劣（下一页展开）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DAAF11F-7D6B-472A-849B-C2F8B8C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rvec → rmat → 欧拉角 / 四元数
流程示意图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58748A-1647-4116-9A3C-7C63CAA6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75D1EBD-0948-496B-B924-1BF09AB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3395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5CC7327-D092-4EB2-9764-3AB04598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9694AAA-9A0E-4802-890F-4852E536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从旋转矩阵提取欧拉角（INT_YXZ 约定）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E5B015-B479-4D0A-91A3-ED1D3F9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欧拉角依赖坐标系定义和旋转顺序。它用于描述装甲板自身朝向，不等同于 Task 05 的相机瞄准 yaw/pitch。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BA8A2CB-69F9-4407-A9C0-19EA02D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0116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rmat 的第 i 行第 j 列元素记作 m_ij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yaw   = atan2( m13, m33 )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pitch = -asin( m23 )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roll  = atan2( m21, m22 )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注意：atan2 / asin 算出来是弧度，乘 57.3 (≈180/π) 换算成角度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A05DA2B-CA14-4E10-8146-DEB430C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69A645-E853-455D-9273-72A5538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496795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DE0CE91-0C2C-49B3-9A04-2C379693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P4 · rvec 揭秘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F52C7F4-52BF-4528-9B3F-D92FA95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欧拉角的坑：万向锁（Gimbal Lock）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00EB6E7-04D5-4A5E-BD64-BBE861BF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FBA30D4-E034-444A-8E0B-A0A1DD4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1640"/>
            <a:ext cx="5349240" cy="4480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4746D7-6B6A-4729-BA10-CCFCEA3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B36C79-99E1-487E-AE2C-29D157C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四元数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89F8B9-2E1A-47A3-8851-5CC73DA2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直观、好理解（yaw / pitch / roll）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表示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不唯一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：不同旋转顺序结果不同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特定姿态下会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丢失一个自由度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（万向锁）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3C7C776-EAE2-44B3-BA31-A464E165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484632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4 个数 (w, x, y, z)，无奇异点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插值、连续旋转更稳健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不直观，本讲不展开推导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课后可用 </a:t>
            </a:r>
            <a:r>
              <a:rPr sz="15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quaternions.online</a:t>
            </a:r>
            <a:r>
              <a:rPr sz="15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交互体验两者关系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11478FE-47FC-4252-985C-42602FA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P4 rvec 揭秘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403D0F-5910-4CDF-B2FB-EB4FF1DF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675248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2E8B2C-7C6C-4BE6-A92E-9E33EF3D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E8C50E-F40C-4419-85FA-ADE5BCEF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F75D5F-2093-451F-9CE5-D8600A5C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动手实验二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Task 04~05：把旋转变成看得懂的角度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9D8A60-BB35-4A1A-8C7C-58B0C137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49AC89-CC1A-4FF6-9711-F921F671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2570366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A0246C1-AD9B-40AB-A545-6764EE93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F1508B1-3A61-43A4-B703-2BFF7C5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04 · 重投影验证 PnP 结果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13B73A1-54D6-4DFF-B38E-2694CA6D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81E2AC-EB1D-484D-8CA9-7239648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在 `PoseSolver::reproject()` 中调用 `cv::projectPoints`，再计算观测点与重投影点之间的 RMS 像素误差。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7CEBAD3-8222-46F7-B66C-47FE6A0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651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04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现在，draw_text 只打印 0.0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请你改写下面 draw_text 的参数，把解得的 tvec 和 rvec 打印出来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tools::draw_text(img, fmt::format(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"tvec:  x{:.2f} y{:.2f} z{:.2f}",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tvec.at&lt;double&gt;(0), tvec.at&lt;double&gt;(1), tvec.at&lt;double&gt;(2)), ...);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tools::draw_text(img, fmt::format(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"rvec:  x{:.2f} y{:.2f} z{:.2f}",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rvec.at&lt;double&gt;(0), rvec.at&lt;double&gt;(1), rvec.at&lt;double&gt;(2)), ...);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755320-32ED-45DC-9192-A4E005E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6088"/>
            <a:ext cx="11064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400" b="0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· 验收：点序和标定正确时，绿色 P1 至 P4 应贴近红色 O1 至 O4。误差变大时，优先检查四点顺序和相机分辨率。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007B4F-9082-42F8-AB5D-BDE3B2AD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9B6EC8D-E773-4585-92C2-47B9A6A9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980915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C93814-AE39-4F69-BB29-FE067E6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BEE07C-7926-4D0F-8629-2EF3675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Task 05 · 从 tvec 得到距离和瞄准角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8DC6216-2A85-4ECE-8B48-50643607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502920"/>
            <a:ext cx="1737360" cy="38404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06A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TASK 05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3B5DC56-D35B-4885-8D30-CD0A7C6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11064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6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用 tvec 的模长计算距离；根据相机坐标系 x 向右、y 向下、z 向前，计算相机指向目标的 yaw 和 pitch。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B408BBD-4165-457E-B89E-55932DDE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109960" cy="2743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1168" tIns="146304" rIns="164592" bIns="146304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#### Task 05 ####################################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使用 cv::Rodrigues，把 rvec 旋转向量转换为 rmat 旋转矩阵，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再用反三角函数把 rmat 中的元素转化为欧拉角，并显示在画面上。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cv::Mat rmat;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cv::Rodrigues(rvec, rmat);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tools::draw_text(img, fmt::format(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"euler angles:  yaw{:.2f} pitch{:.2f} roll{:.2f}",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yaw, pitch, roll), ...);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提示：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- cv::Mat 下标从 0 开始；</a:t>
            </a:r>
          </a:p>
          <a:p xmlns:a="http://schemas.openxmlformats.org/drawingml/2006/main">
            <a:pPr>
              <a:lnSpc>
                <a:spcPct val="105000"/>
              </a:lnSpc>
              <a:buNone/>
            </a:pPr>
            <a:r>
              <a:rPr sz="13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- 取元素方式和 tvec 类似，例如 rmat.at&lt;double&gt;(0, 2)。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50575B-50AA-46B0-A18D-72157C0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C395F9-83FF-4B6D-8B86-EA4D210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706741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2B39C5F-E97B-45F9-937D-C8FD610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P5 · 动手实验二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54B608F-DC37-42BD-8149-E850C4B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现场演示 &amp; 互动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5C2E22-955F-4211-AF18-7062B9E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转动装甲板：画面上 yaw / pitch / roll 数值实时变化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邀请 1~2 位同学上台演示，说说自己观察到的变化规律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提问：把装甲板前后移动（不转动），tvec 和 rvec 分别会怎么变？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64F54E-C24A-4F00-AA97-A445ABC5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现场画面截图：
红色观测点、绿色重投影点、RMS 与瞄准角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38A5912-EC3F-4AB1-A5E1-EA3177BB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P5 动手实验二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58294E2-816F-4774-97F7-7684CBA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381531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EAEC46-4B00-43CD-90AC-0B02D137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13705DE-526A-4848-83ED-5D26B66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D22E7E-DA19-40D9-821F-372E57F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坐标系全景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从像素到机器人本体 / IMU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32EF0D-68A3-45AF-A532-004B1748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39A39A-3CBC-4B6B-8260-D7FF2D8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932159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6A4B73-E4E7-4287-9085-4DC1AE8C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0AFAB9-9AC3-451D-AB61-210E7B6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我真的对准了吗？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E45D5A-21DD-4D9A-AC36-ED68466D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：与相机刚性连接的坐标系，随相机一起平移、旋转；原点 = 镜头光心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思考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：如果相机安装时有倾斜，并且和枪管不在同一个位置，会发生什么？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答案：仅靠“装甲板在相机坐标系下的位姿”还不够，还要知道相机相对枪管/机器人本体的安装关系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E189B1-79B2-4B03-982F-0FEF2E3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相机与枪管不共轴的实拍照片
（两套坐标轴叠加标注）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AA88F-B22A-4780-96DA-BDD833B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E7AC28-902C-43CA-8A6E-88A13502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278633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A7CDEAD-8425-4547-A6A5-C4D46FE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P6 · 坐标系全景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70DB2F-46D7-48EC-BA48-EDBABE42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完整的坐标变换链条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362451-4147-47A6-AEAC-D6237797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68580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像素坐标系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--（今天学的 solvePnP）--&gt;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相机坐标系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--（手眼标定，进阶内容）--&gt;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机器人本体坐标系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--（实际测量安装）--&gt;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IMU 坐标系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今天我们打通了第一环；手眼标定和运动预测（卡尔曼滤波）留给后续课程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E5A798B-09AA-4B6F-8B06-CF2F02D5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737360"/>
            <a:ext cx="3977639" cy="39319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7EB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i="1">
                <a:solidFill>
                  <a:srgbClr val="5B6377"/>
                </a:solidFill>
                <a:latin typeface="Microsoft YaHei"/>
                <a:ea typeface="Microsoft YaHei"/>
                <a:cs typeface="Microsoft YaHei"/>
              </a:rPr>
              <a:t>🖼  实物机器人标注 imu / base_link /
camera 三套坐标轴的照片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2DA451-66CF-443B-AD80-2908F7B3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P6 坐标系全景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4A9A81-F9C5-4366-B9E7-9011A042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33334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359BC9-A310-40FA-B18A-CFDBC9C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E58F97-06C1-4E54-A7F1-DF00CA54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2743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6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7CDA3F-0F1A-4F1C-894C-6C06864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8229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总结与作业</a:t>
            </a:r>
          </a:p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回顾、答疑、布置任务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1B16A5-5BBB-48C1-B38F-AC570DBA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ED2CD1-387C-4E45-85C9-1D292759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A9B4C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8852208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E153BA-12DA-42E3-83F8-86474E31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48E90E-D057-4F23-B0BC-262002C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本讲回顾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17C7B6-DAE7-4A77-9892-82B2B0B1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位姿 =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位置（3D 向量）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朝向（旋转）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PnP 问题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：n 组 3D-2D 对应点 + 相机内参 → 解出 R, t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cv::solvePnP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：输入 4 类数据，输出 rvec / tvec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tvec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= 装甲板原点在相机坐标系下的位置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rvec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--Rodrigues--&gt;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rmat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--反三角函数--&gt; 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欧拉角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/ 四元数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欧拉角存在</a:t>
            </a:r>
            <a:r>
              <a:rPr sz="18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万向锁</a:t>
            </a: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问题，四元数更稳健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18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完整链条：像素 → 相机（solvePnP）→ 机器人本体（手眼标定）→ IMU（安装测量）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9AAC113-8277-47D4-B4A0-3B99B27E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785318-1799-466E-8927-4E3A8870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4705895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9C2CB13-8738-498E-991F-0F6AB94C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14C98C"/>
                </a:solidFill>
                <a:latin typeface="Consolas"/>
                <a:ea typeface="Consolas"/>
                <a:cs typeface="Consolas"/>
              </a:rPr>
              <a:t>P7 · 总结与作业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A27BC5E-9A8B-41BA-9C10-19639344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72757E-28B7-4029-BE46-C1252D2A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8813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①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必做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：完成 Task 01~05（课上未完成的部分），跑通并正确显示 tvec / rvec / yaw / pitch / roll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②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进阶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：把 solvePnP 接入上节课自己写的 Camera + Detector 类，实时显示真实摄像头画面中装甲板的位姿</a:t>
            </a:r>
          </a:p>
          <a:p xmlns:a="http://schemas.openxmlformats.org/drawingml/2006/main">
            <a:pPr>
              <a:lnSpc>
                <a:spcPct val="118000"/>
              </a:lnSpc>
              <a:spcAft>
                <a:spcPts val="1000"/>
              </a:spcAft>
              <a:buNone/>
            </a:pP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· ③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思考题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：什么姿态下欧拉角会出现万向锁？用 </a:t>
            </a:r>
            <a:r>
              <a:rPr sz="2000" b="1">
                <a:solidFill>
                  <a:srgbClr val="3D5AFE"/>
                </a:solidFill>
                <a:latin typeface="Microsoft YaHei"/>
                <a:ea typeface="Microsoft YaHei"/>
                <a:cs typeface="Microsoft YaHei"/>
              </a:rPr>
              <a:t>quaternions.online</a:t>
            </a:r>
            <a:r>
              <a:rPr sz="2000" b="0">
                <a:solidFill>
                  <a:srgbClr val="202433"/>
                </a:solidFill>
                <a:latin typeface="Microsoft YaHei"/>
                <a:ea typeface="Microsoft YaHei"/>
                <a:cs typeface="Microsoft YaHei"/>
              </a:rPr>
              <a:t> 验证你的猜想，下节课抽查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6CC450-2B9A-43F2-900D-8991DB8C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8686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Hello Armor · 装甲板位姿解算    P7 总结与作业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D501C7-9174-4E84-A42E-786EB7E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73952"/>
            <a:ext cx="594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5B6377"/>
                </a:solidFill>
                <a:latin typeface="Consolas"/>
                <a:ea typeface="Consolas"/>
                <a:cs typeface="Consola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712815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E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886151-0B4B-4979-B30B-8528B3BE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C9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C39B21-0994-4012-A769-7EB1C27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9144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3F5F9"/>
                </a:solidFill>
                <a:latin typeface="Microsoft YaHei"/>
                <a:ea typeface="Microsoft YaHei"/>
                <a:cs typeface="Microsoft YaHei"/>
              </a:rPr>
              <a:t>Thanks · Q&amp;A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490AB6D-BCEF-4580-A314-723B48B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9601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A9B4C9"/>
                </a:solidFill>
                <a:latin typeface="Microsoft YaHei"/>
                <a:ea typeface="Microsoft YaHei"/>
                <a:cs typeface="Microsoft YaHei"/>
              </a:rPr>
              <a:t>下一讲预告：相机 - 云台手眼标定 与 装甲板运动预测（卡尔曼滤波）</a:t>
            </a:r>
          </a:p>
        </p:txBody>
      </p:sp>
    </p:spTree>
    <p:extLst>
      <p:ext uri="{BB962C8B-B14F-4D97-AF65-F5344CB8AC3E}">
        <p14:creationId xmlns:p14="http://schemas.microsoft.com/office/powerpoint/2010/main" val="8293442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2026-09-17T02:44:32.9600000Z</dcterms:created>
  <dcterms:modified xsi:type="dcterms:W3CDTF">2026-09-17T02:44:32.9600000Z</dcterms:modified>
</coreProperties>
</file>