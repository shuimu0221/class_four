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78bdda0c2e4d53" /><Relationship Type="http://schemas.openxmlformats.org/officeDocument/2006/relationships/extended-properties" Target="/docProps/app.xml" Id="Rb37b2bf396d24036" /><Relationship Type="http://schemas.openxmlformats.org/officeDocument/2006/relationships/officeDocument" Target="/ppt/presentation.xml" Id="Rd13b2d0755634e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3e0f03d436490d"/>
  </p:sldMasterIdLst>
  <p:notesMasterIdLst>
    <p:notesMasterId xmlns:r="http://schemas.openxmlformats.org/officeDocument/2006/relationships" r:id="R3d412d38aa2f46ad"/>
  </p:notesMasterIdLst>
  <p:sldIdLst>
    <p:sldId xmlns:r="http://schemas.openxmlformats.org/officeDocument/2006/relationships" id="256" r:id="R35148b7b22ee461e"/>
    <p:sldId xmlns:r="http://schemas.openxmlformats.org/officeDocument/2006/relationships" id="257" r:id="R32a087786af34c2e"/>
    <p:sldId xmlns:r="http://schemas.openxmlformats.org/officeDocument/2006/relationships" id="258" r:id="Rfaa4b2964d874302"/>
    <p:sldId xmlns:r="http://schemas.openxmlformats.org/officeDocument/2006/relationships" id="259" r:id="Re654c3163586494f"/>
    <p:sldId xmlns:r="http://schemas.openxmlformats.org/officeDocument/2006/relationships" id="260" r:id="R8aee3155ea344273"/>
    <p:sldId xmlns:r="http://schemas.openxmlformats.org/officeDocument/2006/relationships" id="261" r:id="R4978d86dcc074148"/>
    <p:sldId xmlns:r="http://schemas.openxmlformats.org/officeDocument/2006/relationships" id="262" r:id="R0153d819cfab47ce"/>
    <p:sldId xmlns:r="http://schemas.openxmlformats.org/officeDocument/2006/relationships" id="263" r:id="R34876f33c6d1413e"/>
    <p:sldId xmlns:r="http://schemas.openxmlformats.org/officeDocument/2006/relationships" id="264" r:id="R981d8fb139ae4e26"/>
    <p:sldId xmlns:r="http://schemas.openxmlformats.org/officeDocument/2006/relationships" id="265" r:id="R7a9437209da14c46"/>
    <p:sldId xmlns:r="http://schemas.openxmlformats.org/officeDocument/2006/relationships" id="266" r:id="R643acc4021a44da0"/>
    <p:sldId xmlns:r="http://schemas.openxmlformats.org/officeDocument/2006/relationships" id="267" r:id="Rb3feb0c0c4054795"/>
    <p:sldId xmlns:r="http://schemas.openxmlformats.org/officeDocument/2006/relationships" id="268" r:id="R1af6945fe6a441dd"/>
    <p:sldId xmlns:r="http://schemas.openxmlformats.org/officeDocument/2006/relationships" id="269" r:id="R8dfcc256b2a64fb6"/>
    <p:sldId xmlns:r="http://schemas.openxmlformats.org/officeDocument/2006/relationships" id="270" r:id="R378fe50f7dd54d23"/>
    <p:sldId xmlns:r="http://schemas.openxmlformats.org/officeDocument/2006/relationships" id="271" r:id="R66a9d3321d1e4e1b"/>
    <p:sldId xmlns:r="http://schemas.openxmlformats.org/officeDocument/2006/relationships" id="272" r:id="R52e489bbcd2345ab"/>
    <p:sldId xmlns:r="http://schemas.openxmlformats.org/officeDocument/2006/relationships" id="273" r:id="R02676300007d4d7f"/>
    <p:sldId xmlns:r="http://schemas.openxmlformats.org/officeDocument/2006/relationships" id="274" r:id="R23d4d2c895044a0b"/>
    <p:sldId xmlns:r="http://schemas.openxmlformats.org/officeDocument/2006/relationships" id="275" r:id="R51b41e31197f45e6"/>
    <p:sldId xmlns:r="http://schemas.openxmlformats.org/officeDocument/2006/relationships" id="276" r:id="R4615377099224e23"/>
    <p:sldId xmlns:r="http://schemas.openxmlformats.org/officeDocument/2006/relationships" id="277" r:id="Rcfddf2aeece84751"/>
    <p:sldId xmlns:r="http://schemas.openxmlformats.org/officeDocument/2006/relationships" id="278" r:id="Rde4fced12f834403"/>
    <p:sldId xmlns:r="http://schemas.openxmlformats.org/officeDocument/2006/relationships" id="279" r:id="R8a86cdb6bd5e45df"/>
    <p:sldId xmlns:r="http://schemas.openxmlformats.org/officeDocument/2006/relationships" id="280" r:id="R2228630786fe4cb0"/>
    <p:sldId xmlns:r="http://schemas.openxmlformats.org/officeDocument/2006/relationships" id="281" r:id="Rf7cfbb4147264d31"/>
    <p:sldId xmlns:r="http://schemas.openxmlformats.org/officeDocument/2006/relationships" id="282" r:id="R4ac69a5be84943c3"/>
    <p:sldId xmlns:r="http://schemas.openxmlformats.org/officeDocument/2006/relationships" id="283" r:id="Rc7790dafcfb04e1f"/>
    <p:sldId xmlns:r="http://schemas.openxmlformats.org/officeDocument/2006/relationships" id="284" r:id="Rd72195454d9b4ee6"/>
    <p:sldId xmlns:r="http://schemas.openxmlformats.org/officeDocument/2006/relationships" id="285" r:id="R4655dd3c4f284823"/>
    <p:sldId xmlns:r="http://schemas.openxmlformats.org/officeDocument/2006/relationships" id="286" r:id="R3ba4d10e134f4dfa"/>
    <p:sldId xmlns:r="http://schemas.openxmlformats.org/officeDocument/2006/relationships" id="287" r:id="R2f6e6ffa682e4a5c"/>
    <p:sldId xmlns:r="http://schemas.openxmlformats.org/officeDocument/2006/relationships" id="288" r:id="R3e4e6738bc7f40a5"/>
    <p:sldId xmlns:r="http://schemas.openxmlformats.org/officeDocument/2006/relationships" id="289" r:id="Rdae81c9a57944b5f"/>
    <p:sldId xmlns:r="http://schemas.openxmlformats.org/officeDocument/2006/relationships" id="290" r:id="R48d6806ec0a1471e"/>
    <p:sldId xmlns:r="http://schemas.openxmlformats.org/officeDocument/2006/relationships" id="291" r:id="R85b1e67a6c2546c3"/>
    <p:sldId xmlns:r="http://schemas.openxmlformats.org/officeDocument/2006/relationships" id="292" r:id="Rd9c53836eb96482b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129447f0be4034" /><Relationship Type="http://schemas.openxmlformats.org/officeDocument/2006/relationships/slideMaster" Target="/ppt/slideMasters/slideMaster1.xml" Id="R0a3e0f03d436490d" /><Relationship Type="http://schemas.openxmlformats.org/officeDocument/2006/relationships/notesMaster" Target="/ppt/notesMasters/notesMaster1.xml" Id="R3d412d38aa2f46ad" /><Relationship Type="http://schemas.openxmlformats.org/officeDocument/2006/relationships/presProps" Target="/ppt/presProps.xml" Id="R63b2c6cb562341fe" /><Relationship Type="http://schemas.openxmlformats.org/officeDocument/2006/relationships/viewProps" Target="/ppt/viewProps.xml" Id="R499ae0c7234b4780" /><Relationship Type="http://schemas.openxmlformats.org/officeDocument/2006/relationships/tableStyles" Target="/ppt/tableStyles.xml" Id="R757f08b3118847c5" /><Relationship Type="http://schemas.openxmlformats.org/officeDocument/2006/relationships/slide" Target="/ppt/slides/slide1.xml" Id="R35148b7b22ee461e" /><Relationship Type="http://schemas.openxmlformats.org/officeDocument/2006/relationships/slide" Target="/ppt/slides/slide2.xml" Id="R32a087786af34c2e" /><Relationship Type="http://schemas.openxmlformats.org/officeDocument/2006/relationships/slide" Target="/ppt/slides/slide3.xml" Id="Rfaa4b2964d874302" /><Relationship Type="http://schemas.openxmlformats.org/officeDocument/2006/relationships/slide" Target="/ppt/slides/slide4.xml" Id="Re654c3163586494f" /><Relationship Type="http://schemas.openxmlformats.org/officeDocument/2006/relationships/slide" Target="/ppt/slides/slide5.xml" Id="R8aee3155ea344273" /><Relationship Type="http://schemas.openxmlformats.org/officeDocument/2006/relationships/slide" Target="/ppt/slides/slide6.xml" Id="R4978d86dcc074148" /><Relationship Type="http://schemas.openxmlformats.org/officeDocument/2006/relationships/slide" Target="/ppt/slides/slide7.xml" Id="R0153d819cfab47ce" /><Relationship Type="http://schemas.openxmlformats.org/officeDocument/2006/relationships/slide" Target="/ppt/slides/slide8.xml" Id="R34876f33c6d1413e" /><Relationship Type="http://schemas.openxmlformats.org/officeDocument/2006/relationships/slide" Target="/ppt/slides/slide9.xml" Id="R981d8fb139ae4e26" /><Relationship Type="http://schemas.openxmlformats.org/officeDocument/2006/relationships/slide" Target="/ppt/slides/slide10.xml" Id="R7a9437209da14c46" /><Relationship Type="http://schemas.openxmlformats.org/officeDocument/2006/relationships/slide" Target="/ppt/slides/slide11.xml" Id="R643acc4021a44da0" /><Relationship Type="http://schemas.openxmlformats.org/officeDocument/2006/relationships/slide" Target="/ppt/slides/slide12.xml" Id="Rb3feb0c0c4054795" /><Relationship Type="http://schemas.openxmlformats.org/officeDocument/2006/relationships/slide" Target="/ppt/slides/slide13.xml" Id="R1af6945fe6a441dd" /><Relationship Type="http://schemas.openxmlformats.org/officeDocument/2006/relationships/slide" Target="/ppt/slides/slide14.xml" Id="R8dfcc256b2a64fb6" /><Relationship Type="http://schemas.openxmlformats.org/officeDocument/2006/relationships/slide" Target="/ppt/slides/slide15.xml" Id="R378fe50f7dd54d23" /><Relationship Type="http://schemas.openxmlformats.org/officeDocument/2006/relationships/slide" Target="/ppt/slides/slide16.xml" Id="R66a9d3321d1e4e1b" /><Relationship Type="http://schemas.openxmlformats.org/officeDocument/2006/relationships/slide" Target="/ppt/slides/slide17.xml" Id="R52e489bbcd2345ab" /><Relationship Type="http://schemas.openxmlformats.org/officeDocument/2006/relationships/slide" Target="/ppt/slides/slide18.xml" Id="R02676300007d4d7f" /><Relationship Type="http://schemas.openxmlformats.org/officeDocument/2006/relationships/slide" Target="/ppt/slides/slide19.xml" Id="R23d4d2c895044a0b" /><Relationship Type="http://schemas.openxmlformats.org/officeDocument/2006/relationships/slide" Target="/ppt/slides/slide20.xml" Id="R51b41e31197f45e6" /><Relationship Type="http://schemas.openxmlformats.org/officeDocument/2006/relationships/slide" Target="/ppt/slides/slide21.xml" Id="R4615377099224e23" /><Relationship Type="http://schemas.openxmlformats.org/officeDocument/2006/relationships/slide" Target="/ppt/slides/slide22.xml" Id="Rcfddf2aeece84751" /><Relationship Type="http://schemas.openxmlformats.org/officeDocument/2006/relationships/slide" Target="/ppt/slides/slide23.xml" Id="Rde4fced12f834403" /><Relationship Type="http://schemas.openxmlformats.org/officeDocument/2006/relationships/slide" Target="/ppt/slides/slide24.xml" Id="R8a86cdb6bd5e45df" /><Relationship Type="http://schemas.openxmlformats.org/officeDocument/2006/relationships/slide" Target="/ppt/slides/slide25.xml" Id="R2228630786fe4cb0" /><Relationship Type="http://schemas.openxmlformats.org/officeDocument/2006/relationships/slide" Target="/ppt/slides/slide26.xml" Id="Rf7cfbb4147264d31" /><Relationship Type="http://schemas.openxmlformats.org/officeDocument/2006/relationships/slide" Target="/ppt/slides/slide27.xml" Id="R4ac69a5be84943c3" /><Relationship Type="http://schemas.openxmlformats.org/officeDocument/2006/relationships/slide" Target="/ppt/slides/slide28.xml" Id="Rc7790dafcfb04e1f" /><Relationship Type="http://schemas.openxmlformats.org/officeDocument/2006/relationships/slide" Target="/ppt/slides/slide29.xml" Id="Rd72195454d9b4ee6" /><Relationship Type="http://schemas.openxmlformats.org/officeDocument/2006/relationships/slide" Target="/ppt/slides/slide30.xml" Id="R4655dd3c4f284823" /><Relationship Type="http://schemas.openxmlformats.org/officeDocument/2006/relationships/slide" Target="/ppt/slides/slide31.xml" Id="R3ba4d10e134f4dfa" /><Relationship Type="http://schemas.openxmlformats.org/officeDocument/2006/relationships/slide" Target="/ppt/slides/slide32.xml" Id="R2f6e6ffa682e4a5c" /><Relationship Type="http://schemas.openxmlformats.org/officeDocument/2006/relationships/slide" Target="/ppt/slides/slide33.xml" Id="R3e4e6738bc7f40a5" /><Relationship Type="http://schemas.openxmlformats.org/officeDocument/2006/relationships/slide" Target="/ppt/slides/slide34.xml" Id="Rdae81c9a57944b5f" /><Relationship Type="http://schemas.openxmlformats.org/officeDocument/2006/relationships/slide" Target="/ppt/slides/slide35.xml" Id="R48d6806ec0a1471e" /><Relationship Type="http://schemas.openxmlformats.org/officeDocument/2006/relationships/slide" Target="/ppt/slides/slide36.xml" Id="R85b1e67a6c2546c3" /><Relationship Type="http://schemas.openxmlformats.org/officeDocument/2006/relationships/slide" Target="/ppt/slides/slide37.xml" Id="Rd9c53836eb9648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ef64f5c88c46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f9d5cfcdeb4193" /><Relationship Type="http://schemas.openxmlformats.org/officeDocument/2006/relationships/notesMaster" Target="/ppt/notesMasters/notesMaster1.xml" Id="Re8d4ed6811cf46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db2689a6af4604" /><Relationship Type="http://schemas.openxmlformats.org/officeDocument/2006/relationships/notesMaster" Target="/ppt/notesMasters/notesMaster1.xml" Id="R451a8fce243a46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2d920959304d1c" /><Relationship Type="http://schemas.openxmlformats.org/officeDocument/2006/relationships/notesMaster" Target="/ppt/notesMasters/notesMaster1.xml" Id="R70002728deb34c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be480925ac473e" /><Relationship Type="http://schemas.openxmlformats.org/officeDocument/2006/relationships/notesMaster" Target="/ppt/notesMasters/notesMaster1.xml" Id="R37e5ce50735c4b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f410081b7548ae" /><Relationship Type="http://schemas.openxmlformats.org/officeDocument/2006/relationships/notesMaster" Target="/ppt/notesMasters/notesMaster1.xml" Id="R9da2f5e8d60148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8cf459551d4d21" /><Relationship Type="http://schemas.openxmlformats.org/officeDocument/2006/relationships/notesMaster" Target="/ppt/notesMasters/notesMaster1.xml" Id="R40fa6c38f3af47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a3856ed7a7411e" /><Relationship Type="http://schemas.openxmlformats.org/officeDocument/2006/relationships/notesMaster" Target="/ppt/notesMasters/notesMaster1.xml" Id="Rbbb2bbdc774d40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3c1bed42f54291" /><Relationship Type="http://schemas.openxmlformats.org/officeDocument/2006/relationships/notesMaster" Target="/ppt/notesMasters/notesMaster1.xml" Id="R92c6ba04ca724e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e0ac7f2a1d447e" /><Relationship Type="http://schemas.openxmlformats.org/officeDocument/2006/relationships/notesMaster" Target="/ppt/notesMasters/notesMaster1.xml" Id="R76febb6c96f14e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9f4bd4f96441c1" /><Relationship Type="http://schemas.openxmlformats.org/officeDocument/2006/relationships/notesMaster" Target="/ppt/notesMasters/notesMaster1.xml" Id="Rb301a1cefafb4c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97818b3e134017" /><Relationship Type="http://schemas.openxmlformats.org/officeDocument/2006/relationships/notesMaster" Target="/ppt/notesMasters/notesMaster1.xml" Id="Rb5c4eaaffdc741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db8ea47eba4c5c" /><Relationship Type="http://schemas.openxmlformats.org/officeDocument/2006/relationships/notesMaster" Target="/ppt/notesMasters/notesMaster1.xml" Id="R58aef12e533a4f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b1b470296040e2" /><Relationship Type="http://schemas.openxmlformats.org/officeDocument/2006/relationships/notesMaster" Target="/ppt/notesMasters/notesMaster1.xml" Id="R3cd40da4344740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a131a2fc1b47e5" /><Relationship Type="http://schemas.openxmlformats.org/officeDocument/2006/relationships/notesMaster" Target="/ppt/notesMasters/notesMaster1.xml" Id="R22c5367100a04c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0d78a0620c4427" /><Relationship Type="http://schemas.openxmlformats.org/officeDocument/2006/relationships/notesMaster" Target="/ppt/notesMasters/notesMaster1.xml" Id="R0492b89ed5574e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dba159ba004054" /><Relationship Type="http://schemas.openxmlformats.org/officeDocument/2006/relationships/notesMaster" Target="/ppt/notesMasters/notesMaster1.xml" Id="R73ab5a07779a4b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ff1bba4e1d4ccd" /><Relationship Type="http://schemas.openxmlformats.org/officeDocument/2006/relationships/notesMaster" Target="/ppt/notesMasters/notesMaster1.xml" Id="R3baec418e2a941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6f64a1f62b46d9" /><Relationship Type="http://schemas.openxmlformats.org/officeDocument/2006/relationships/notesMaster" Target="/ppt/notesMasters/notesMaster1.xml" Id="R3d88aef5c6d44a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f9badf3c864a66" /><Relationship Type="http://schemas.openxmlformats.org/officeDocument/2006/relationships/notesMaster" Target="/ppt/notesMasters/notesMaster1.xml" Id="R2f15955db7494c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2f9630313443d8" /><Relationship Type="http://schemas.openxmlformats.org/officeDocument/2006/relationships/notesMaster" Target="/ppt/notesMasters/notesMaster1.xml" Id="R74f2b3196d774f9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d31316f84124efe" /><Relationship Type="http://schemas.openxmlformats.org/officeDocument/2006/relationships/notesMaster" Target="/ppt/notesMasters/notesMaster1.xml" Id="Raf7c777cde8c40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a5dfd97ac24072" /><Relationship Type="http://schemas.openxmlformats.org/officeDocument/2006/relationships/notesMaster" Target="/ppt/notesMasters/notesMaster1.xml" Id="R9664cbd25d8f49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6d7ec723eb549c0" /><Relationship Type="http://schemas.openxmlformats.org/officeDocument/2006/relationships/notesMaster" Target="/ppt/notesMasters/notesMaster1.xml" Id="Rd516e4d7d0d3421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2fde0875b2041a4" /><Relationship Type="http://schemas.openxmlformats.org/officeDocument/2006/relationships/notesMaster" Target="/ppt/notesMasters/notesMaster1.xml" Id="R1be867f1153940f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8e57832f1944ef" /><Relationship Type="http://schemas.openxmlformats.org/officeDocument/2006/relationships/notesMaster" Target="/ppt/notesMasters/notesMaster1.xml" Id="R4db9a72a9f45403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e4019d12574850" /><Relationship Type="http://schemas.openxmlformats.org/officeDocument/2006/relationships/notesMaster" Target="/ppt/notesMasters/notesMaster1.xml" Id="R57e417fcc832484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a274af242f84f08" /><Relationship Type="http://schemas.openxmlformats.org/officeDocument/2006/relationships/notesMaster" Target="/ppt/notesMasters/notesMaster1.xml" Id="R62e237321cd6454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d7eb0164fb54dc6" /><Relationship Type="http://schemas.openxmlformats.org/officeDocument/2006/relationships/notesMaster" Target="/ppt/notesMasters/notesMaster1.xml" Id="Rd2b37fe9111245d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739932d238e49ff" /><Relationship Type="http://schemas.openxmlformats.org/officeDocument/2006/relationships/notesMaster" Target="/ppt/notesMasters/notesMaster1.xml" Id="R7c67f0cf04e74fa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eaf22f36985425d" /><Relationship Type="http://schemas.openxmlformats.org/officeDocument/2006/relationships/notesMaster" Target="/ppt/notesMasters/notesMaster1.xml" Id="R81d931fd92c8445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f33ed28a7c04af2" /><Relationship Type="http://schemas.openxmlformats.org/officeDocument/2006/relationships/notesMaster" Target="/ppt/notesMasters/notesMaster1.xml" Id="R614236ffa4ad4b9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2aacb76e812468a" /><Relationship Type="http://schemas.openxmlformats.org/officeDocument/2006/relationships/notesMaster" Target="/ppt/notesMasters/notesMaster1.xml" Id="R3a3e0547ec8343e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d1223b218234688" /><Relationship Type="http://schemas.openxmlformats.org/officeDocument/2006/relationships/notesMaster" Target="/ppt/notesMasters/notesMaster1.xml" Id="R1b3218d72f3b465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3f1365b8e024225" /><Relationship Type="http://schemas.openxmlformats.org/officeDocument/2006/relationships/notesMaster" Target="/ppt/notesMasters/notesMaster1.xml" Id="R3fab29f683c24bf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37b01d3b2394937" /><Relationship Type="http://schemas.openxmlformats.org/officeDocument/2006/relationships/notesMaster" Target="/ppt/notesMasters/notesMaster1.xml" Id="R46b9cda0b9b74f3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39c9e12ca26432a" /><Relationship Type="http://schemas.openxmlformats.org/officeDocument/2006/relationships/notesMaster" Target="/ppt/notesMasters/notesMaster1.xml" Id="R1ef4727f3b28485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f7d32054b7d4c93" /><Relationship Type="http://schemas.openxmlformats.org/officeDocument/2006/relationships/notesMaster" Target="/ppt/notesMasters/notesMaster1.xml" Id="Reeafc035ef254c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2a2183bf546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40670eb144b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72cc5aad047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ae904856344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36def2db346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aa6dcb9474d7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06f5e6bea462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eeb0620d54a4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c7a551391400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19bad3c9044f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6209bb20b465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EEE2F5-1320-48C1-BFF3-49AA7E08E9F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7A72130-8D70-48A5-903E-DE1EA2F18D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82F3B6-B12E-47D7-8564-B6CCD33C7C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3D3117-246D-41B4-9A5B-7904EAE7C6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D3BC18-3B81-4397-91B7-AF6AD22B66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FB4909-F890-41C1-B4E6-9E67D7C419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847387D-51CC-4D91-B4D0-BF0E3DBE3F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053505-5BC7-4694-A33F-BD1512CA61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C940FF-75C7-41B9-9D87-BF3B705B80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E974F4-90B6-4130-A530-913C9B2870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C69F07-218D-4853-A949-FD87D9D4AC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4EFCF7-AADA-4BCF-A6ED-EE42566AF5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1417E9-C981-4B25-BC82-438F52351B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21C129-C443-4186-8E1A-8673A34C40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80C524-11BD-4D74-B0DC-08B216B2D5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908E00-0DB9-40F0-AE42-1B9C334B3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68F8CE-E153-4916-B58C-CB7B0DC53D0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E298C6-E80F-4346-A2AC-5280823387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2D46E29-52E7-4781-8F52-B21E4F4303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C56C00-C64D-42AE-8F7C-11C022AAE4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624744F-9824-4EFC-931D-4CE62AA2F3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2C1B70-5693-4802-9A2E-13C3D377D7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443A69-E4BB-4776-8D9E-17B227A3AE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7F23207-BB26-4E73-B74F-A16358E1BEC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767884B-1951-4771-8980-667EEFEF2FB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DDD31BE-8ADD-4119-8648-3844498ADB4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CC23E49-12FB-4D0C-A5EF-CEA0F24A26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E2E44BE-8CA7-452C-8335-63DDF2E417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7CBA875-32CD-4431-9A4D-D0D5D0927E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C7BAA3-5316-4362-917B-BF120915AD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D0735EF-C863-4478-8282-5B8162172C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12C363A-7EBF-40C2-8027-F6D075E00D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4C2A8FF-86D2-4013-8D66-15386DA0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9B42D6E-1922-492B-B605-9A20C36C0A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E707F90-D87C-468C-94BE-F1C9DFD7F6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12C0BE0-D633-4259-BCCB-937BEA2747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FB83C3-E8B9-4E59-8F3A-682C53518B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E73CF2-093F-4FFB-9E2B-CB6EF59742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FC9CC18-1C12-4288-B7EB-B9CA16EFB0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48517D3-3756-4A52-9A0F-3DF4A6D033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DF24E79-A0B2-4E04-940A-C503CA2204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C0EE40D-426B-44ED-9A06-8760679A07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5CFC3F-98AA-4FE3-B657-C32B12392C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32855A1-F54A-4937-968B-9E66DBC80FA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A352201-C33F-4C0E-B43D-E92976A73F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7A14F74-99E3-47D5-AF11-AD913854A2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6CC6F04-87F5-494E-B252-4FEA22A542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E2A86D-AC66-47E6-B599-9CBB068C63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95BAC2-BF31-45B1-A97F-AD16091099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915C93-C600-499D-837D-88C18D2824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79EDF8-31AA-4096-889A-C9D0166EA1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DFC36A-8D3B-445E-AEB3-1FFE946536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CD2F32-4BD9-4FF0-A777-A473811221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5371027-5CAC-4D77-86E8-70ABDE437C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4764FC-C5C6-452B-94C3-06CC2C3744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BD1CA6-8871-4965-9854-E496523553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7BBC06-4A85-444E-BE78-1A633F43B5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05F97F-F140-4C05-AA5E-379B587DF5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9484d6d56247d6" /><Relationship Type="http://schemas.openxmlformats.org/officeDocument/2006/relationships/slideLayout" Target="/ppt/slideLayouts/slideLayout1.xml" Id="Re5bf2683010646de" /><Relationship Type="http://schemas.openxmlformats.org/officeDocument/2006/relationships/slideLayout" Target="/ppt/slideLayouts/slideLayout2.xml" Id="Raf8c7280080e4c49" /><Relationship Type="http://schemas.openxmlformats.org/officeDocument/2006/relationships/slideLayout" Target="/ppt/slideLayouts/slideLayout3.xml" Id="R2d1f2fb387a440b3" /><Relationship Type="http://schemas.openxmlformats.org/officeDocument/2006/relationships/slideLayout" Target="/ppt/slideLayouts/slideLayout4.xml" Id="Reb3f07e8ad8d4f55" /><Relationship Type="http://schemas.openxmlformats.org/officeDocument/2006/relationships/slideLayout" Target="/ppt/slideLayouts/slideLayout5.xml" Id="R9d9bce7b9942455f" /><Relationship Type="http://schemas.openxmlformats.org/officeDocument/2006/relationships/slideLayout" Target="/ppt/slideLayouts/slideLayout6.xml" Id="R5b81bc81bd474449" /><Relationship Type="http://schemas.openxmlformats.org/officeDocument/2006/relationships/slideLayout" Target="/ppt/slideLayouts/slideLayout7.xml" Id="Rf15ba62752244a1d" /><Relationship Type="http://schemas.openxmlformats.org/officeDocument/2006/relationships/slideLayout" Target="/ppt/slideLayouts/slideLayout8.xml" Id="R5860679740b4430f" /><Relationship Type="http://schemas.openxmlformats.org/officeDocument/2006/relationships/slideLayout" Target="/ppt/slideLayouts/slideLayout9.xml" Id="R7ea85c3f039d4d8b" /><Relationship Type="http://schemas.openxmlformats.org/officeDocument/2006/relationships/slideLayout" Target="/ppt/slideLayouts/slideLayout10.xml" Id="R8162c142953a419e" /><Relationship Type="http://schemas.openxmlformats.org/officeDocument/2006/relationships/slideLayout" Target="/ppt/slideLayouts/slideLayout11.xml" Id="R27a10b02cba043b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4064108-11DF-4BEC-A2A7-B2B3DCE4D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B58E9C-8CAD-4275-A7A9-06F32BE41F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BD19D0-1E06-4942-A94F-DB1DF82486C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B86D05-A424-4910-BB06-A6295A3DBE7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C3CC96-82C5-4C7B-9054-C9475C49569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bf2683010646de"/>
    <p:sldLayoutId xmlns:r="http://schemas.openxmlformats.org/officeDocument/2006/relationships" id="2147483650" r:id="Raf8c7280080e4c49"/>
    <p:sldLayoutId xmlns:r="http://schemas.openxmlformats.org/officeDocument/2006/relationships" id="2147483651" r:id="R2d1f2fb387a440b3"/>
    <p:sldLayoutId xmlns:r="http://schemas.openxmlformats.org/officeDocument/2006/relationships" id="2147483652" r:id="Reb3f07e8ad8d4f55"/>
    <p:sldLayoutId xmlns:r="http://schemas.openxmlformats.org/officeDocument/2006/relationships" id="2147483653" r:id="R9d9bce7b9942455f"/>
    <p:sldLayoutId xmlns:r="http://schemas.openxmlformats.org/officeDocument/2006/relationships" id="2147483654" r:id="R5b81bc81bd474449"/>
    <p:sldLayoutId xmlns:r="http://schemas.openxmlformats.org/officeDocument/2006/relationships" id="2147483655" r:id="Rf15ba62752244a1d"/>
    <p:sldLayoutId xmlns:r="http://schemas.openxmlformats.org/officeDocument/2006/relationships" id="2147483656" r:id="R5860679740b4430f"/>
    <p:sldLayoutId xmlns:r="http://schemas.openxmlformats.org/officeDocument/2006/relationships" id="2147483657" r:id="R7ea85c3f039d4d8b"/>
    <p:sldLayoutId xmlns:r="http://schemas.openxmlformats.org/officeDocument/2006/relationships" id="2147483658" r:id="R8162c142953a419e"/>
    <p:sldLayoutId xmlns:r="http://schemas.openxmlformats.org/officeDocument/2006/relationships" id="2147483659" r:id="R27a10b02cba043b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f186986edc4eca" /><Relationship Type="http://schemas.openxmlformats.org/officeDocument/2006/relationships/notesSlide" Target="/ppt/notesSlides/notesSlide1.xml" Id="Re22836996f5f45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ba0dc33f61481c" /><Relationship Type="http://schemas.openxmlformats.org/officeDocument/2006/relationships/notesSlide" Target="/ppt/notesSlides/notesSlide2.xml" Id="Rf0ee7700bed144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742de0cb364176" /><Relationship Type="http://schemas.openxmlformats.org/officeDocument/2006/relationships/notesSlide" Target="/ppt/notesSlides/notesSlide3.xml" Id="Rcb3c919faf3642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91915c959a4767" /><Relationship Type="http://schemas.openxmlformats.org/officeDocument/2006/relationships/notesSlide" Target="/ppt/notesSlides/notesSlide4.xml" Id="Rec9ec04a7cb24a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c0f396b2e14c6a" /><Relationship Type="http://schemas.openxmlformats.org/officeDocument/2006/relationships/notesSlide" Target="/ppt/notesSlides/notesSlide5.xml" Id="R58951c7911f640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5f7ffca87b4596" /><Relationship Type="http://schemas.openxmlformats.org/officeDocument/2006/relationships/notesSlide" Target="/ppt/notesSlides/notesSlide6.xml" Id="Radc459e0233544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c5e106908d4f90" /><Relationship Type="http://schemas.openxmlformats.org/officeDocument/2006/relationships/notesSlide" Target="/ppt/notesSlides/notesSlide7.xml" Id="R7a4782dd786d43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fb4e1609bc4934" /><Relationship Type="http://schemas.openxmlformats.org/officeDocument/2006/relationships/notesSlide" Target="/ppt/notesSlides/notesSlide8.xml" Id="Re2b4898f06164e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75b665df7e4ec1" /><Relationship Type="http://schemas.openxmlformats.org/officeDocument/2006/relationships/notesSlide" Target="/ppt/notesSlides/notesSlide9.xml" Id="R1071e014221246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99fb979cdf4f62" /><Relationship Type="http://schemas.openxmlformats.org/officeDocument/2006/relationships/notesSlide" Target="/ppt/notesSlides/notesSlide10.xml" Id="Rca7800ac6daf4c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8c516990044178" /><Relationship Type="http://schemas.openxmlformats.org/officeDocument/2006/relationships/notesSlide" Target="/ppt/notesSlides/notesSlide11.xml" Id="R2d60a35346a741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dc8bc1c7174ac4" /><Relationship Type="http://schemas.openxmlformats.org/officeDocument/2006/relationships/notesSlide" Target="/ppt/notesSlides/notesSlide12.xml" Id="R770bbc29b11846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2364b1ca4744f1" /><Relationship Type="http://schemas.openxmlformats.org/officeDocument/2006/relationships/notesSlide" Target="/ppt/notesSlides/notesSlide13.xml" Id="R8b83f8eb857a4d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c1da79635e4309" /><Relationship Type="http://schemas.openxmlformats.org/officeDocument/2006/relationships/notesSlide" Target="/ppt/notesSlides/notesSlide14.xml" Id="Rf0878cfa7d764e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3d883bce024bcf" /><Relationship Type="http://schemas.openxmlformats.org/officeDocument/2006/relationships/notesSlide" Target="/ppt/notesSlides/notesSlide15.xml" Id="Rf44cb8aa041a48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6b1772266d4f90" /><Relationship Type="http://schemas.openxmlformats.org/officeDocument/2006/relationships/notesSlide" Target="/ppt/notesSlides/notesSlide16.xml" Id="R66739fa46b674d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327ef1a17c4536" /><Relationship Type="http://schemas.openxmlformats.org/officeDocument/2006/relationships/notesSlide" Target="/ppt/notesSlides/notesSlide17.xml" Id="Re8b0282546b148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5cc8d5f9d04d61" /><Relationship Type="http://schemas.openxmlformats.org/officeDocument/2006/relationships/notesSlide" Target="/ppt/notesSlides/notesSlide18.xml" Id="R991b90250a7b4a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a4725b9fef400a" /><Relationship Type="http://schemas.openxmlformats.org/officeDocument/2006/relationships/notesSlide" Target="/ppt/notesSlides/notesSlide19.xml" Id="R4138d69d0fee42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8ba682a671483e" /><Relationship Type="http://schemas.openxmlformats.org/officeDocument/2006/relationships/notesSlide" Target="/ppt/notesSlides/notesSlide20.xml" Id="R45206e03a3c946e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5c89ecef3747cb" /><Relationship Type="http://schemas.openxmlformats.org/officeDocument/2006/relationships/notesSlide" Target="/ppt/notesSlides/notesSlide21.xml" Id="R66fae2cd03ec4d4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384e622f0d42d5" /><Relationship Type="http://schemas.openxmlformats.org/officeDocument/2006/relationships/notesSlide" Target="/ppt/notesSlides/notesSlide22.xml" Id="R744c2b67ef304cc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05358c953f42a9" /><Relationship Type="http://schemas.openxmlformats.org/officeDocument/2006/relationships/notesSlide" Target="/ppt/notesSlides/notesSlide23.xml" Id="R7ad912ad45984bb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793d6303fc4a0e" /><Relationship Type="http://schemas.openxmlformats.org/officeDocument/2006/relationships/notesSlide" Target="/ppt/notesSlides/notesSlide24.xml" Id="R1cafe5072b2a466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d669647a584493" /><Relationship Type="http://schemas.openxmlformats.org/officeDocument/2006/relationships/notesSlide" Target="/ppt/notesSlides/notesSlide25.xml" Id="R6da12853b510439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6cabbd31be4055" /><Relationship Type="http://schemas.openxmlformats.org/officeDocument/2006/relationships/notesSlide" Target="/ppt/notesSlides/notesSlide26.xml" Id="R0565baed4757413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32342333e144fa" /><Relationship Type="http://schemas.openxmlformats.org/officeDocument/2006/relationships/notesSlide" Target="/ppt/notesSlides/notesSlide27.xml" Id="R6ecc04e4d6e748e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14504382754722" /><Relationship Type="http://schemas.openxmlformats.org/officeDocument/2006/relationships/notesSlide" Target="/ppt/notesSlides/notesSlide28.xml" Id="Rac3fe36775c44bd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8876cdb31b4577" /><Relationship Type="http://schemas.openxmlformats.org/officeDocument/2006/relationships/notesSlide" Target="/ppt/notesSlides/notesSlide29.xml" Id="R1e53bdf37aae489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d4f3234e97443c" /><Relationship Type="http://schemas.openxmlformats.org/officeDocument/2006/relationships/notesSlide" Target="/ppt/notesSlides/notesSlide30.xml" Id="R27231152725e499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cb6ae115ac4245" /><Relationship Type="http://schemas.openxmlformats.org/officeDocument/2006/relationships/notesSlide" Target="/ppt/notesSlides/notesSlide31.xml" Id="R2bb2bb9d0c9a443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9c6af27b284310" /><Relationship Type="http://schemas.openxmlformats.org/officeDocument/2006/relationships/notesSlide" Target="/ppt/notesSlides/notesSlide32.xml" Id="R7801b036b8f7431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01417764bc44b3" /><Relationship Type="http://schemas.openxmlformats.org/officeDocument/2006/relationships/notesSlide" Target="/ppt/notesSlides/notesSlide33.xml" Id="R3c4e74b831ce4a6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e17dbfac944cae" /><Relationship Type="http://schemas.openxmlformats.org/officeDocument/2006/relationships/notesSlide" Target="/ppt/notesSlides/notesSlide34.xml" Id="R41766d48f7bc4b9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239cd55bde4475" /><Relationship Type="http://schemas.openxmlformats.org/officeDocument/2006/relationships/notesSlide" Target="/ppt/notesSlides/notesSlide35.xml" Id="R972c814a0fd9498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2a92614798498e" /><Relationship Type="http://schemas.openxmlformats.org/officeDocument/2006/relationships/notesSlide" Target="/ppt/notesSlides/notesSlide36.xml" Id="R4b596489ceec4da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4e45d9be3140a2" /><Relationship Type="http://schemas.openxmlformats.org/officeDocument/2006/relationships/notesSlide" Target="/ppt/notesSlides/notesSlide37.xml" Id="R36379218b07446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ADF83D-8777-4B35-AF61-E04761CF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159D2AB-0C57-4BB3-87BB-047BC3CE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视觉组第四讲 · HELLO ARMOR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F5F2839-0438-4A2C-9E9C-30AD651A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52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装甲板位姿解算</a:t>
            </a:r>
          </a:p>
          <a:p xmlns:a="http://schemas.openxmlformats.org/drawingml/2006/main">
            <a:r>
              <a:rPr sz="20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从 2D 识别结果到 3D 位姿：cv::solvePnP 全流程实战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846AEC-6E98-41AE-BA74-30EC83A5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6072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主讲人：______　　助教：______　　时长：90 分钟　　承接 Lecture 3《Hello OOP》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1018DD7-B475-4659-B27A-2ABF3E97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57200"/>
            <a:ext cx="2011680" cy="10972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SP 队徽</a:t>
            </a:r>
          </a:p>
        </p:txBody>
      </p:sp>
    </p:spTree>
    <p:extLst>
      <p:ext uri="{BB962C8B-B14F-4D97-AF65-F5344CB8AC3E}">
        <p14:creationId xmlns:p14="http://schemas.microsoft.com/office/powerpoint/2010/main" val="53123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A565B1F-E594-42FF-A371-04492C1A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课程地图 · Roadmap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B6AA311-A0B0-470D-AC95-956D02F9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今天 90 分钟，我们要走完这条链路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D453D5D5-BB5B-4E65-AD94-B20B6A75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18A5CD4-FFF5-4EED-8842-8573F8DD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8501615-9D15-40D3-B733-C294F407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600200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复习导入：上节课我们手里有了什么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8031FFF-0604-4078-8291-12B32C96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1600200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7 min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16DB80A-D2F3-43F4-859E-F657A5DC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67128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3146B0-0B20-4517-91D2-492B2FC2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67128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12F4D59-A573-497B-8E76-96FBA4AF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167128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为什么装甲板需要“位姿”而不只是位置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AE40BEB-54E8-4FDB-8D69-360DBD4C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167128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7 min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4B95397-5BE7-4394-877B-3DC219B4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34056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2FE0DC4-FEC1-4AE2-88C0-CDAFA2CF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34056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CF26B94-FF9D-434C-B913-B250DF6C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34056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PnP 原理与 cv::solvePnP 接口精讲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D259791-AFCB-435B-B69B-F2D89E6D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734056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13 min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BE74754-88BE-48F0-9C6E-23F2D767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E30A5A-AACF-4B93-949E-59041C77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34A1C9F-A079-4A8F-8E6F-DB921CF3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300984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动手实验一：Task 01~03，建立 3D-2D 对应并解 PnP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A9ED87-2594-4976-9450-7AC6A58C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300984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19 min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71120AC5-DF89-44B0-B262-DDCA8898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67912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08BAAE2-EE72-4280-BEB5-7E8277E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67912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E00F0CC-EC6F-401E-96FF-36281D0E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867912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rvec 揭秘：旋转向量／矩阵／欧拉角／四元数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5224671-14F1-4049-8AE2-9664863A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867912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12 min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75A619BA-E183-42BA-8FAB-132B9795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34840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AD80F17-5FCD-4C87-A759-8E1F7BBA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34840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344A4AC-1533-468D-B39F-613BF036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434840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动手实验二：Task 04~05，验证结果并得到瞄准角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BF4D49F-6CB3-4C88-A5B0-B4609181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4434840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17 min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90B6E684-3387-4611-AA2D-720913B6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01768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A02BE83-3AA5-4956-B725-F7737710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01768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P6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AA8F7A6-C894-427A-B818-FF129E7C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001768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坐标系全景：从像素到机器人本体 / IMU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7266C1F-E460-4929-A28E-D44C6872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001768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6 min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7B7C0A29-FE6E-4338-9D87-245578E8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68696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1A2B8C6-0B14-4519-9E29-B5E07375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68696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P7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6C8D977-53B6-478B-B5C0-53DD88E1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568696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总结、答疑与作业布置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E1613C1-3006-416C-9FA0-E7B51BC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568696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6 min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3C482291-CC43-4AB3-B168-03D73F29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课程地图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1EE015C0-1B0B-42B0-AC61-8EDA70F5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88865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AF5CC8C-BA7E-43EC-B7BF-8C7F0FC3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B307BF5-681E-44EF-87E1-A5499E87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F962504-E39B-496E-89C5-C4FA8160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复习导入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上节课我们手里有了什么？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E73D865-DEDE-4E43-B79A-8032C5C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5202F60-871E-4E64-A68A-0CBC0DC8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7051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C886881-C6CA-4FA0-BFCE-A3A6BE6F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 · 复习导入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54E8607-5A80-4F0B-AC0D-EE868222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上节课回顾（Hello OOP）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33DCE0D-59CE-4242-A8AC-B47C4684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C/C++ 编译与 CMake：会写 CMakeLists.txt，能编译、运行自己的工程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面向对象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：类 = 属性 + 方法；构造/析构函数；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封装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——数据安全、隐藏实现、便于协作、防止耦合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已经写好的两个类：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Camera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类：封装取图细节，对外只给一帧图像 + 时间戳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识别器 / Detector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类：目标是识别装甲板并分类（位置、颜色、数字）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两种识别思路：传统灯条法 / YOLO-pose 端到端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作业：连接工业相机，封装相机类，用神经网络识别装甲板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B154CF1-2FA5-4B4A-B205-8E376523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E912FFC-5530-4ED5-9775-5C51219E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629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D45CFBA-C128-4429-AF08-3CC01DE6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 · 复习导入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DC02B1B-84C4-42EB-8CC4-8232BC1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现在，程序手里已经有了什么？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35668B0-A9AB-4610-A9B6-10682C0B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detector.detect(img)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返回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armors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（一个 Armor 列表）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Armor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结构体里有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left / right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两根灯条（Lightbar）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每根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Lightbar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有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top / bottom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两个端点 → 一块装甲板 =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4 个 2D 像素点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也就是说：识别这一步，已经把“装甲板在哪张图的哪个位置”这件事解决了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96A43B8-17E2-4ED7-9B44-E40C1DD3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Armor / Lightbar 结构体关系图
（left/right → top/bottom → 4 个像素点）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6BDA0B0-5D22-4EC8-8DF2-7FAE2716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925BE7-05B1-4F6A-99A0-93EC6B26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46597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CD4EFA7-47BE-47E2-A0BA-79201A2E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 · 复习导入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0830535-3031-49F7-9516-743C6A95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只有这 4 个 2D 点，够瞄准吗？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8D99A3-5D6D-40A9-8162-08605537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看两张图：3 号车比 4 号车离我们更远 —— 人眼一眼就能判断距离，程序呢？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再看三张图：同一块装甲板，角度都不一样 —— 这是“朝向”的差异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提问互动：仅凭图像上 4 个像素点的坐标，你能猜出装甲板离相机多远、朝哪个方向偏吗？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9A72C0E-DA6B-44D9-B62F-141BEF03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同一装甲板：不同距离 + 不同旋转角度
的对比照片（3 张）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D06F3AB-1A79-444C-AB4E-23C6FA7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715000"/>
            <a:ext cx="39776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引导学生讨论后再进入下一部分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4F584CF-70A8-4FD0-9454-173076B7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E1ACD9A-F5C2-4671-9B14-17F0633A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9575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BC4CE6E-2D4C-49A0-A63E-A0BE6605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276665B-3C82-4DED-9312-29962102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41C445D-A8DB-4696-AE1D-E6754035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为什么需要位姿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位置够不够？朝向怎么描述？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1119E28-A73B-4258-B4DB-829DDF9B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2166856-C0A0-487E-8464-8518F270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2728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174A64F-D972-4BC0-B281-758586EC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 · 为什么需要位姿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5C38817-8E9A-45A0-BBAC-8C49EB77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位姿 = 位置 + 朝向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39D92C-35A6-4487-A13F-DC13C0C9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位置（Position）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：一个三维向量 (x, y, z)，装甲板中心在相机坐标系下的坐标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朝向（Orientation / Rotation）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：装甲板“转了多少度、往哪边转”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直观理解朝向——借用飞机的三个转动自由度：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偏航 yaw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：绕“上下轴”转，改变朝向左右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俯仰 pitch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：绕“左右轴”转，改变抬头低头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横滚 roll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：绕“前后轴”转，改变侧向倾斜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56B5C1F-23D3-4CFA-989A-0C38BBBE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飞机 yaw / pitch / roll 三轴示意图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F8D262-9A1E-4B1D-B49E-4CA8C359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166EFD8-9B3D-48D3-85BE-80E991AA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05353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837769E-A475-4247-9075-C272205E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 · 为什么需要位姿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D4863B1-D183-4377-95E5-E1FA7284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先认清两个坐标系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EF42B11-8F27-460C-85FD-C0807087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装甲板局部坐标系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：原点在装甲板中心，x 向右、y 向下、z 指向板外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物理尺寸（今天要用到）：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ARMOR_WIDTH = 0.135 m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（灯条间宽），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LIGHTBAR_LENGTH = 0.056 m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（单根灯条长）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：原点是镜头光心，随相机刚体一起平移、旋转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我们的目标：算出“装甲板坐标系”相对“相机坐标系”的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 R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平移 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E464253-3B21-4E30-9D5B-FAFC1280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装甲板局部坐标系 + 相机坐标系
双坐标轴示意图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7D63DA-92C1-47FA-B0AF-4DB71BDD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A94D0A-67C8-46DC-8291-5A2B8DAD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678219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7BBDED6-724B-42D7-97E8-3CC1555C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 · 为什么需要位姿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F17B22-F93C-4E0F-B2D1-441B44F1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工程上为什么必须要“姿态”，不只是“位置”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89A7EC2-8E71-4C4A-BF4A-DB203BEB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①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相机和枪管往往不重合、不共轴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—— 只用 2D 画面中心瞄准，会有系统性偏差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②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真实机器人会自转、会移动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，姿态千变万化 —— 需要用装甲板姿态反推它的旋转中心，才能预测它下一刻在哪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一句话：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2D 检测解决“看见”，3D 位姿解决“打中”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88D7E1C-2DB1-4E48-805F-BF26E9D0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相机与枪管不共轴示意图 +
机器人自转底盘照片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AE15542-E547-4FD1-9476-956046D9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8EA85D-2208-4E3D-8A37-E1960371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64357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938591-B02F-405C-9BDE-8ABDDE9E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9EDA70-6308-4F09-89C1-507BD08F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D3E3FF5-CE9C-44D6-97D8-AF7A98FB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PnP 原理与 API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从对应点到位姿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8AD6DCA-BF64-4608-BEA6-830D27E6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CFECC82-CEB1-4455-B17B-34AB8DC4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21657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AD985F0-7BB6-4566-817E-6A2B3D5C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 · PnP 原理与 API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4582D33-99D6-4A06-ABD8-41BD99A6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Perspective-n-Points 问题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8C99EC-A0E5-4714-9DB7-8F9C93CB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已知 n 组一一对应的点：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装甲板局部坐标系中的 n 个三维点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检测器给出的 n 个二维像素点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输入还必须包含当前镜头、当前分辨率对应的内参和畸变系数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求解满足 X_camera = R · X_armor + t 的旋转 R 和平移 t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本课视频固定为 1280 × 1024，换分辨率后必须重新标定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F0082E2-98A6-43FE-B5F3-630F3000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经典 PnP 示意图：
世界坐标系 3D 点 → 图像平面 2D 点
(R, t) 箭头连接两个坐标系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85C207D-B88B-4DD7-B72E-440566CD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4070C4-7CF6-4111-960D-F52DCDA9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933569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63C09ED-5A46-4939-AE28-6A013B74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 · PnP 原理与 API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8342C2E-19D2-4CE3-9AC8-7149DA01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cv::solvePnP 函数签名精讲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197B8E-7795-4DE3-B936-239C0206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OpenCV 已经把 PnP 问题的求解封装成了一个函数，我们只管“喂数据”：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7F9163C-AA98-4582-BE7C-DEED2F7D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8346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bool cv::solvePnP(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objectPoints,   // 输入：物体局部坐标系下的 n 个点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imagePoints,    // 输入：图像上对应的 n 个点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cameraMatrix,   // 输入：相机内参矩阵（我们会提供）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distCoeffs,     // 输入：畸变系数（我们会提供）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OutputArray rvec,           // 输出：旋转向量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OutputArray tvec,           // 输出：平移向量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bool useExtrinsicGuess = false,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int  flags = SOLVEPNP_ITERATIVE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5F5B23-F6B0-470E-8768-FAAD4954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47652B-0A3B-43D3-AE2C-F79A857D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185503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1D60E4B-D477-4F60-8981-35126DC9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 · PnP 原理与 API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B6F4531-1778-46AC-BA07-936CE56D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输出到底是什么？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114ADE-D6F4-43FA-9170-CFD845DE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tvec：装甲板局部原点在相机坐标系下的位置。本课把原点放在板中心，因此可看作目标中心位置。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rvec：旋转向量，方向表示旋转轴，模长表示旋转角度，单位为弧度。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Task 05 用 tvec 计算距离和相机指向目标的 yaw/pitch。装甲板自身的欧拉角留作进阶任务。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77FE2D0-0B35-4457-BBA9-3AF96AAB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装甲板坐标轴照片 + 相机坐标轴照片
（并排对比）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0C892E5-114A-4B35-9574-9BA8B2BF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CD9230B-370A-496A-8095-05480E80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473104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68B024-1479-480E-A07B-C9C820C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9FED54-14BC-4A2E-929C-0F322B57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10BDBA9-2B0B-4597-9B1C-19BFCA9A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动手实验一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Task 01~03：解出 tvec / rvec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9BC91E2-A49F-42C8-B71C-D084C92E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9CE6D9E-7FEB-43D9-AB6B-BF484C79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204799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010DF38-EB25-42E1-B278-20083663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45647E-1070-4EB4-A1BE-5947973E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实验环境 &amp; 点位约定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5E91CE3-5FD5-4FF9-847B-791A2B10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学生只修改两个文件：`class/src/main.cpp` 和 `class/tasks/pose_solver.cpp`。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CMake 会自动把 `video.avi` 和 `tiny_resnet.onnx` 复制到 `build/`，可从 build 目录直接运行。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点序固定为左上、右上、右下、左下。Task 01 的 3D 点和 Task 02 的 2D 点必须完全一一对应。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红色 O 点是检测结果，绿色 P 点是重投影结果。两者不重合时，先检查点序和相机标定。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1DF214C-BB5E-44FE-ABDA-96CF139A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实物装甲板照片，
绿点标注 1/2/3/4 号点位置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FD11243-6F7D-4147-9AFD-3412B009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31DE4C-C28A-4DFB-ABB1-3CFFA62D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695418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12BAEA-523B-442D-B0E0-BACF2F3A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C02583-009B-4EAA-A7B6-90082058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01 · 装甲板局部坐标系的 3D 点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61F099C-7384-4C51-BC97-F541366D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15A299E-47F6-47FA-8AEE-C11C1BEE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`class/tasks/pose_solver.cpp` 的 `object_points()` 中填写四个灯条端点。小装甲板的灯条中心间距为 0.135 m，灯条长度为 0.056 m。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A9565B4-158E-473F-A87E-F21DB06C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3063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class/tasks/pose_solver.cpp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#### Task 01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const float half_width =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kSmallArmorLightbarDistanceM / 2.0F;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const float half_height = kLightbarLengthM / 2.0F;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return {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     ,            , 0.0F},  // 左上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     ,            , 0.0F},  // 右上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     ,            , 0.0F},  // 右下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     ,            , 0.0F},  // 左下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AD514F2-CB9C-4C38-AF2D-4D43EF32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87568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400" b="0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· 提示：局部原点在板中心，x 向右、y 向下、z 垂直板面。四个点都在 z = 0 平面上。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8BF49D-DA57-44F2-A320-E6300EE5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06AF5CD-6751-4BAF-94C2-825C5501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479336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1C7815A-2998-4497-A645-3E6AAB51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E1DE4A8-34D8-413C-A71E-3C3F4EA6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02 · 构造 2D 像素点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DD0387AB-2374-4A71-8DF8-E073A055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0EB3FB5-9B74-45EB-810F-D3A45634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`class/src/main.cpp` 中把检测器给出的四个端点按左上、右上、右下、左下顺序存入 `image_points`。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0BBA199-6FE9-43EB-B0CD-7AE9947D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3063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class/src/main.cpp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#### Task 02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const std::vector&lt;cv::Point2f&gt; image_points{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armor.left.top,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armor.right.top,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armor.right.bottom,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armor.left.bottom,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左上、右上、右下、左下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这套顺序必须与 Task 01 的 3D 点完全相同。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CE269A-8006-46D0-8F5F-6DFCA1D6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B09C448-971E-4E2F-90F7-E2DF5E60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863185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EB1BCF8-8F54-4A96-997B-1C59264D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41BFFBC-0849-46F8-8329-58B1DB29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03 · 调用 cv::solvePnP 得到位姿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CB6E610-F0D6-4EDA-8F2E-275C1446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DD43D52-12A5-4261-8F7E-0AA6C528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`PoseSolver::solve()` 中使用 Task 01 的 3D 点、Task 02 的 2D 点和已标定的相机参数，输出 rvec 与 tvec。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990CC00-C962-4E58-97C4-0ED9D3F1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3048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class/tasks/pose_solver.cpp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#### Task 03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PoseResult pose;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const bool solved = cv::solvePnP(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points_3d, image_points,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camera_matrix_, distort_coeffs_,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pose.rvec, pose.tvec);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if (!solved || pose.tvec[2] &lt;= 0.0)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return std::nullopt;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return pose;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3A2898-D069-4F63-82F2-8D904E1A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DEB2C34-6F37-4D6C-BC43-F0E795AE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894696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4D66A37-A97D-49B1-B236-AC6741E5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512495-C487-45C4-A196-0B3088E7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现场演示 &amp; Debug 小贴士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6D2837-18C2-4551-A799-2CC4FDB3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进入 `lecture4/class` 后运行：`cmake -S . -B build`，再 `cmake --build build --target lecture4_class`。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运行：`./build/lecture4_class`。构建脚本已自动复制视频和模型，不再依赖终端当前目录。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完成 Task 01 至 Task 03 后，画面会显示 tvec、rvec 和位姿计算状态。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参考答案：构建并运行 `lecture4_answer`，再按文件逐处对照。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26EE402-0844-4B39-BD2A-430A1EA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终端截图：报错信息 +
cd 回根目录后正常运行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88DC959-0326-45BA-9F89-42670FB1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00A3013-5BFE-4162-951E-BC0B377A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248599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469BA9-1364-46FE-B253-1F850BE9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64D24C-6F6B-403D-9026-1B173113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C0CAA19-0694-4115-8F3E-3A8E37E8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rvec 揭秘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旋转向量 / 矩阵 / 欧拉角 / 四元数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CC4E16D-7699-4410-9F5E-8132CB14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D51BB0-2FB4-4B4D-9560-7C4E5A12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830661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39BE34E-0687-4D7B-8EC0-39F3DCED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15DCC9-E7A4-43FB-9B76-09468FB0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转一转，看一看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D2DBC47-B660-4E60-98D9-C07591EE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动手环节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：拿起装甲板（或转动摄像头），观察终端里 rvec 三个分量如何变化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引导提问：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只绕一个轴转，rvec 的哪个分量在变？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转得越多，rvec 的数值变化有什么规律？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先靠直觉猜一猜，再看下一页的数学定义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3ED3D5-C89D-4585-9869-A9D14417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终端滚动输出 roll 数值
随装甲板转动变化的截图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33E8BA3-4FB5-4D1B-951A-1E720E2E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D379003-7B8E-4B40-AD89-CBBC6C39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813294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2A5793B-5459-4698-88F9-BE9017CA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7E18A7-F3E2-444D-BDB2-E0679A16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rvec 到底是什么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0F468B-5648-45CD-B205-52BB1C83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旋转向量（rotation vector）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：一种紧凑的旋转表示法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方向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= 旋转轴方向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模长（大小）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= 绕这根轴旋转的角度（弧度）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好处：只用 3 个数就能表示任意旋转，比 3×3 的旋转矩阵更省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C4E7C4C-F401-4DB1-A364-7A1DF8B6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C603AF9-AE19-4714-AE6C-019D0212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7491551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1F2DAC6-5DC7-4201-90DA-A944A4C6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4A408E0-F63B-43C5-BF5D-B079F34A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旋转的几种表示法，一张图看懂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45CF65E-4B8F-44EA-B576-656D7DCF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旋转向量 rvec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--[ cv::Rodrigues，可逆 ]--&gt; 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旋转矩阵 rmat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旋转矩阵 rmat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--[ 反三角函数 ]--&gt; 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欧拉角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（yaw / pitch / roll）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旋转矩阵 rmat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--[ 转换公式 ]--&gt; 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四元数 quaternion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三种表示法本质等价，只是在不同场景下各有优劣（下一页展开）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FB05013-7E46-4D41-A218-405C52FF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rvec → rmat → 欧拉角 / 四元数
流程示意图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E30DDA-7023-439E-A18E-306702A3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A04000F-0C5B-42E5-9BFA-9E79C2F2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890181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2EE7A90-5D7C-4FE2-8D83-5B9C0B71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B23E075-98AA-4077-994A-0F6D0509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从旋转矩阵提取欧拉角（INT_YXZ 约定）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5FC5CCE-8FB5-4D9E-8BDB-B5119A2D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欧拉角依赖坐标系定义和旋转顺序。它用于描述装甲板自身朝向，不等同于 Task 05 的相机瞄准 yaw/pitch。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8E2381E-7FA9-4939-B4FA-0694BDDD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0116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进阶任务：先明确本队统一的坐标系和旋转顺序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cv::Matx33d rmat;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cv::Rodrigues(rvec, rmat);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再按统一约定从 rmat 提取欧拉角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角度 = 弧度 * 180.0 / CV_PI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请勿把任意网络公式直接套到当前工程。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1CE79F-B49E-4FD2-963C-CDEA05E4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DF2E1AA-1459-4C9D-8A75-CF6120B2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43828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939B027-C32E-48A4-842C-6A91413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78C2FF5-E8E0-4BA0-8746-DE15E148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欧拉角的坑：万向锁（Gimbal Lock）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265C57D-BACF-4447-A56E-B064AA73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49240" cy="4480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F5D097C-2564-4D4F-8A72-C3CB660F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1640"/>
            <a:ext cx="5349240" cy="4480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D3CB668-D299-466F-8E75-647B7A7A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欧拉角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F037B8F-8772-444D-BBA1-9F1DA838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2880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四元数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7209244-204D-4FB3-B4B6-E003943E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484632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直观、好理解（yaw / pitch / roll）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表示</a:t>
            </a:r>
            <a:r>
              <a:rPr sz="15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不唯一</a:t>
            </a: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：不同旋转顺序结果不同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特定姿态下会</a:t>
            </a:r>
            <a:r>
              <a:rPr sz="15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丢失一个自由度</a:t>
            </a: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（万向锁）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0857D1D-29DF-4838-B15C-46AF20B5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31720"/>
            <a:ext cx="484632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4 个数 (w, x, y, z)，无奇异点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插值、连续旋转更稳健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不直观，本讲不展开推导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课后可用 </a:t>
            </a:r>
            <a:r>
              <a:rPr sz="15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quaternions.online</a:t>
            </a: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交互体验两者关系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DDF613C-122A-41B9-BD3A-04946D7D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8173C61-8371-4E69-AF52-0323171F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32115358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782701-DE94-4435-9E18-698959F8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1611A39-744F-4019-8563-1CFCB9C4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EE73A38-CB8F-463F-9958-35CEBE7A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动手实验二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Task 04~05：用重投影验证结果，再算距离和瞄准角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ED11E5C-8B30-4BC2-8CBD-A8B478C7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9BBA60-BD56-4C3F-9128-E9489FDB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34953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D8C7302-E8B4-4F59-A6CE-04DE4060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 · 动手实验二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CB6007C-CA53-41CB-803D-94448C5F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04 · 重投影验证 PnP 结果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8DD44417-4381-4A16-BEDC-3A63EEFB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06FD5E6-172F-4CE7-A4F2-8CE2219B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`PoseSolver::reproject()` 中调用 `cv::projectPoints`，再计算观测点与重投影点之间的 RMS 像素误差。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1FDB9AC-91AC-4714-84FA-927B1899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651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class/tasks/pose_solver.cpp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#### Task 04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std::vector&lt;cv::Point2f&gt; reprojected_points;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cv::projectPoints(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object_points(), pose.rvec, pose.tvec,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camera_matrix_, distort_coeffs_, reprojected_points);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计算每个观测点与重投影点的平方误差之和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RMS = sqrt(平方误差和 / 点数)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红色 O 点应与绿色 P 点基本重合。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EE7251C-B21A-4F22-81A0-A8278910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76088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400" b="0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· 验收：点序和标定正确时，绿色 P1 至 P4 应贴近红色 O1 至 O4。误差变大时，优先检查四点顺序和相机分辨率。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5297B5F-000F-4E47-AC5F-2B545E42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A32AB8E-6EB4-4CA8-97B7-E7A37E03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471818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3259877-5AAA-4B35-AC4B-F2A1C14A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 · 动手实验二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AC39454-EA3F-4196-809D-C100355C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05 · 从 tvec 得到距离和瞄准角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46A77D6-C60D-4B4D-A6F9-998769F9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6A7B3A5-AAB0-46F5-859D-DA21DAD6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用 tvec 的模长计算距离；根据相机坐标系 x 向右、y 向下、z 向前，计算相机指向目标的 yaw 和 pitch。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69F9D5D-D342-4AE1-9CDA-0AE65245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743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class/tasks/pose_solver.cpp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#### Task 05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const double range_m = cv::norm(pose.tvec);  // distance_m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// aim_angles_deg(const cv::Vec3d &amp; tvec)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const double yaw_deg =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std::atan2(tvec[0], tvec[2]) * 180.0 / CV_PI;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const double pitch_deg =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std::atan2(-tvec[1], std::hypot(tvec[0], tvec[2]))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* 180.0 / CV_PI;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返回并显示 range_m、yaw_deg、pitch_deg。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44B9EB9-47D2-4647-B7FA-E80EF596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9EC8380-9990-41F8-B8FF-548F09EB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0442239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4D7BA5C-A4B9-4656-8682-951FDAEC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 · 动手实验二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1523769-F4F8-4509-A83A-4373D1EB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现场演示 &amp; 互动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4C0E8A3-9F08-4168-8B72-D0B9536B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检查绿点是否覆盖红点。故意交换两个点，观察重投影误差如何增大。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前后移动装甲板，观察 tvec.z 与距离如何变化。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绕板中心旋转装甲板，观察 rvec 如何变化，同时区分装甲板姿态与相机瞄准角。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866EF9F-5771-4A3B-8E9C-BF9144C0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现场画面截图：</a:t>
            </a:r>
          </a:p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红色观测点、绿色重投影点、RMS 与瞄准角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054B8D-B73C-44F0-8FEE-EAB071E3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B9AE33-94FB-47E2-A616-2A0D3E5B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2870065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BEDDDD6-028C-42EF-BACC-17B15BE0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CB1AAC8-DBEF-4B57-952D-B6BA611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9B4FFB-9037-4A2D-AA66-0DCBE866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坐标系全景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从像素到机器人本体 / IMU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C92EF34-1999-4137-BA32-2E7E9AD9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P6 坐标系全景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0A9A084-3595-48D0-BEB8-61BC30F4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3625499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43B48AE-D1F2-4CC8-85C5-D902D5EF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P6 · 坐标系全景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B88398-4967-417D-9EAD-AEC08509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我真的对准了吗？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3B233DE-CF9E-44B8-9CF3-D9817C33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：与相机刚性连接的坐标系，随相机一起平移、旋转；原点 = 镜头光心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思考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：如果相机安装时有倾斜，并且和枪管不在同一个位置，会发生什么？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答案：仅靠“装甲板在相机坐标系下的位姿”还不够，还要知道相机相对枪管/机器人本体的安装关系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1B12274-AE52-486B-BBE5-EFB1E1AC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相机与枪管不共轴的实拍照片
（两套坐标轴叠加标注）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B6FFDD5-4174-4956-94BA-F3B178B9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P6 坐标系全景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C21A879-DFE6-4209-8E5B-D93A6388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05476169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C2E9705-0CD0-475E-9082-6D95FE44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P6 · 坐标系全景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3D53366-FA45-4B6F-8D88-BD155ACC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完整的坐标变换链条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C35CEC-4D40-4811-BB40-A6901D67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像素坐标系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--（今天学的 solvePnP）--&gt;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--（手眼标定，进阶内容）--&gt;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机器人本体坐标系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机器人本体坐标系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--（实际测量安装）--&gt;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IMU 坐标系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今天我们打通了第一环；手眼标定和运动预测（卡尔曼滤波）留给后续课程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A27033C-2F3C-476E-B506-B6BF05B8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实物机器人标注 imu / base_link /
camera 三套坐标轴的照片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B4848F8-1081-4EC2-B2DF-260A5642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P6 坐标系全景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81C39AB-D2A9-4D31-B30D-920A2698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62700584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6E1330B-145A-4EC6-BA97-38AEF03C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6C8CEDD-C8E6-4443-9800-2F921E13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CE0B947-F9E5-4C72-9C71-EDDFFF00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总结与作业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回顾、答疑、布置任务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47350C1-F40B-4FF5-B943-804FA85A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P7 总结与作业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20C691B-20E8-4BBD-AD2D-B10CCFAB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89786351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3B5479A-5457-43A4-B167-E0503023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P7 · 总结与作业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D8DB020-FA93-40E6-B193-BEF90113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本讲回顾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AB12588-EC06-46E2-A000-3D4B9B1F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PnP 需要已知几何尺寸、严格一一对应的 3D-2D 点，以及当前镜头和分辨率匹配的相机标定参数。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`solvePnP` 求解 X_camera = R · X_armor + t。tvec 是目标中心在相机系下的位置，rvec 是装甲板的旋转向量。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重投影 RMS 把解算结果重新投回图像，是检查点序、尺寸和标定是否可信的第一道工程检查。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Task 05 的距离和瞄准 yaw/pitch 来自 tvec；装甲板欧拉角来自 rvec，二者含义不同。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像素到相机是今天完成的一环，后续还需手眼标定和 IMU 坐标变换。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4E9F89-AA75-48AD-A8DD-FDEAC37E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P7 总结与作业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954CCB9-E98E-4639-AD7B-A886C379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19421047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79A8BED-7098-4DCA-893C-B54A2AE8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P7 · 总结与作业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41ED9C-5AF2-40A5-9302-C9F1B079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课后作业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3C90313-7EC5-421E-A828-0CEB40F3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① 必做：完成 Task 01 至 Task 05，画面显示 tvec、rvec、距离、瞄准 yaw/pitch 和重投影 RMS；运行 `ctest --test-dir build --output-on-failure`。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② 进阶：实现 rvec 到欧拉角的转换，写清采用的坐标系和旋转顺序，并解释它与瞄准 yaw/pitch 的区别。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③ 项目：接入上节课自己的 Camera + Detector，用当前分辨率重新标定后实时显示装甲板位姿。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5BC233E-7103-4D92-9D4A-6C05BC19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P7 总结与作业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0F4FA75-5507-4DCA-A4C1-473E7D21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90529382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0073156-99D9-4214-B450-06FB93AE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C770580-D2DE-49C5-9E85-6E3A4F16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0320"/>
            <a:ext cx="91440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Thanks · Q&amp;A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D0BEEBF-5188-429C-BBB6-6A4135F3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66160"/>
            <a:ext cx="9601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下一讲预告：相机 - 云台手眼标定 与 装甲板运动预测（卡尔曼滤波）</a:t>
            </a:r>
          </a:p>
        </p:txBody>
      </p:sp>
    </p:spTree>
    <p:extLst>
      <p:ext uri="{BB962C8B-B14F-4D97-AF65-F5344CB8AC3E}">
        <p14:creationId xmlns:p14="http://schemas.microsoft.com/office/powerpoint/2010/main" val="164672784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2026-09-17T03:03:26.9280000Z</dcterms:created>
  <dcterms:modified xsi:type="dcterms:W3CDTF">2026-09-17T03:03:26.9280000Z</dcterms:modified>
</coreProperties>
</file>