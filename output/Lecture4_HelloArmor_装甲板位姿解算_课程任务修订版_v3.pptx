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df97e093b84dac" /><Relationship Type="http://schemas.openxmlformats.org/officeDocument/2006/relationships/extended-properties" Target="/docProps/app.xml" Id="Recc87d86345f4445" /><Relationship Type="http://schemas.openxmlformats.org/officeDocument/2006/relationships/officeDocument" Target="/ppt/presentation.xml" Id="R676305bc9f9a4c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806e5741d54743"/>
  </p:sldMasterIdLst>
  <p:notesMasterIdLst>
    <p:notesMasterId xmlns:r="http://schemas.openxmlformats.org/officeDocument/2006/relationships" r:id="Rba9d6b58b6554592"/>
  </p:notesMasterIdLst>
  <p:sldIdLst>
    <p:sldId xmlns:r="http://schemas.openxmlformats.org/officeDocument/2006/relationships" id="256" r:id="R9bbce70bcc794003"/>
    <p:sldId xmlns:r="http://schemas.openxmlformats.org/officeDocument/2006/relationships" id="257" r:id="Ra4be701653f44ab9"/>
    <p:sldId xmlns:r="http://schemas.openxmlformats.org/officeDocument/2006/relationships" id="258" r:id="R1e7e1a2bbfef4b30"/>
    <p:sldId xmlns:r="http://schemas.openxmlformats.org/officeDocument/2006/relationships" id="259" r:id="R97b877a00f164cab"/>
    <p:sldId xmlns:r="http://schemas.openxmlformats.org/officeDocument/2006/relationships" id="260" r:id="Re3f22555330e404c"/>
    <p:sldId xmlns:r="http://schemas.openxmlformats.org/officeDocument/2006/relationships" id="261" r:id="R897506dc9fd541d0"/>
    <p:sldId xmlns:r="http://schemas.openxmlformats.org/officeDocument/2006/relationships" id="262" r:id="Ra0a1520591d64bfd"/>
    <p:sldId xmlns:r="http://schemas.openxmlformats.org/officeDocument/2006/relationships" id="263" r:id="R50588990126a4b6d"/>
    <p:sldId xmlns:r="http://schemas.openxmlformats.org/officeDocument/2006/relationships" id="264" r:id="R9749e517b8ef409c"/>
    <p:sldId xmlns:r="http://schemas.openxmlformats.org/officeDocument/2006/relationships" id="265" r:id="R335897412ff24952"/>
    <p:sldId xmlns:r="http://schemas.openxmlformats.org/officeDocument/2006/relationships" id="266" r:id="R878b6bbea083482c"/>
    <p:sldId xmlns:r="http://schemas.openxmlformats.org/officeDocument/2006/relationships" id="267" r:id="R08fb29da4be14c96"/>
    <p:sldId xmlns:r="http://schemas.openxmlformats.org/officeDocument/2006/relationships" id="268" r:id="R95dad5efe4514c53"/>
    <p:sldId xmlns:r="http://schemas.openxmlformats.org/officeDocument/2006/relationships" id="269" r:id="R09b8453ea0b94504"/>
    <p:sldId xmlns:r="http://schemas.openxmlformats.org/officeDocument/2006/relationships" id="270" r:id="Rcdf33bdf6c5a4277"/>
    <p:sldId xmlns:r="http://schemas.openxmlformats.org/officeDocument/2006/relationships" id="271" r:id="R53b5978f5174411f"/>
    <p:sldId xmlns:r="http://schemas.openxmlformats.org/officeDocument/2006/relationships" id="272" r:id="Rb936606426954298"/>
    <p:sldId xmlns:r="http://schemas.openxmlformats.org/officeDocument/2006/relationships" id="273" r:id="Rfadc4c467a654c00"/>
    <p:sldId xmlns:r="http://schemas.openxmlformats.org/officeDocument/2006/relationships" id="274" r:id="R09a2ae16f6bc42e7"/>
    <p:sldId xmlns:r="http://schemas.openxmlformats.org/officeDocument/2006/relationships" id="275" r:id="R370cee73899846d4"/>
    <p:sldId xmlns:r="http://schemas.openxmlformats.org/officeDocument/2006/relationships" id="276" r:id="R61e6f2c32f944b6c"/>
    <p:sldId xmlns:r="http://schemas.openxmlformats.org/officeDocument/2006/relationships" id="277" r:id="Rd9244ba5f5df4b8c"/>
    <p:sldId xmlns:r="http://schemas.openxmlformats.org/officeDocument/2006/relationships" id="278" r:id="R878b8f25ca444a43"/>
    <p:sldId xmlns:r="http://schemas.openxmlformats.org/officeDocument/2006/relationships" id="279" r:id="R67b7d5c3e30a402c"/>
    <p:sldId xmlns:r="http://schemas.openxmlformats.org/officeDocument/2006/relationships" id="280" r:id="R599e7c91b3764ac8"/>
    <p:sldId xmlns:r="http://schemas.openxmlformats.org/officeDocument/2006/relationships" id="281" r:id="Rd4352afd56374003"/>
    <p:sldId xmlns:r="http://schemas.openxmlformats.org/officeDocument/2006/relationships" id="282" r:id="Rcc3bd89f82754aec"/>
    <p:sldId xmlns:r="http://schemas.openxmlformats.org/officeDocument/2006/relationships" id="283" r:id="Rc533abd35f7048e5"/>
    <p:sldId xmlns:r="http://schemas.openxmlformats.org/officeDocument/2006/relationships" id="284" r:id="R13e3874d6b304820"/>
    <p:sldId xmlns:r="http://schemas.openxmlformats.org/officeDocument/2006/relationships" id="285" r:id="R671a8901efa44e34"/>
    <p:sldId xmlns:r="http://schemas.openxmlformats.org/officeDocument/2006/relationships" id="286" r:id="R2f04b4516aba4741"/>
    <p:sldId xmlns:r="http://schemas.openxmlformats.org/officeDocument/2006/relationships" id="287" r:id="R3fab05ed0d014fd7"/>
    <p:sldId xmlns:r="http://schemas.openxmlformats.org/officeDocument/2006/relationships" id="288" r:id="R68935fc8a43d4fcd"/>
    <p:sldId xmlns:r="http://schemas.openxmlformats.org/officeDocument/2006/relationships" id="289" r:id="R2dbdf89611cf43b2"/>
    <p:sldId xmlns:r="http://schemas.openxmlformats.org/officeDocument/2006/relationships" id="290" r:id="Reaab75a98c8a49a7"/>
    <p:sldId xmlns:r="http://schemas.openxmlformats.org/officeDocument/2006/relationships" id="291" r:id="Ra845b5a9c9fa4196"/>
    <p:sldId xmlns:r="http://schemas.openxmlformats.org/officeDocument/2006/relationships" id="292" r:id="Rca2ecbbd61454ae4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a3c1229dbf40fb" /><Relationship Type="http://schemas.openxmlformats.org/officeDocument/2006/relationships/slideMaster" Target="/ppt/slideMasters/slideMaster1.xml" Id="Rb0806e5741d54743" /><Relationship Type="http://schemas.openxmlformats.org/officeDocument/2006/relationships/notesMaster" Target="/ppt/notesMasters/notesMaster1.xml" Id="Rba9d6b58b6554592" /><Relationship Type="http://schemas.openxmlformats.org/officeDocument/2006/relationships/presProps" Target="/ppt/presProps.xml" Id="Rf90bab83b7304e28" /><Relationship Type="http://schemas.openxmlformats.org/officeDocument/2006/relationships/viewProps" Target="/ppt/viewProps.xml" Id="Rfe762f4f21c34c07" /><Relationship Type="http://schemas.openxmlformats.org/officeDocument/2006/relationships/tableStyles" Target="/ppt/tableStyles.xml" Id="R6c17b6e9ff684709" /><Relationship Type="http://schemas.openxmlformats.org/officeDocument/2006/relationships/slide" Target="/ppt/slides/slide1.xml" Id="R9bbce70bcc794003" /><Relationship Type="http://schemas.openxmlformats.org/officeDocument/2006/relationships/slide" Target="/ppt/slides/slide2.xml" Id="Ra4be701653f44ab9" /><Relationship Type="http://schemas.openxmlformats.org/officeDocument/2006/relationships/slide" Target="/ppt/slides/slide3.xml" Id="R1e7e1a2bbfef4b30" /><Relationship Type="http://schemas.openxmlformats.org/officeDocument/2006/relationships/slide" Target="/ppt/slides/slide4.xml" Id="R97b877a00f164cab" /><Relationship Type="http://schemas.openxmlformats.org/officeDocument/2006/relationships/slide" Target="/ppt/slides/slide5.xml" Id="Re3f22555330e404c" /><Relationship Type="http://schemas.openxmlformats.org/officeDocument/2006/relationships/slide" Target="/ppt/slides/slide6.xml" Id="R897506dc9fd541d0" /><Relationship Type="http://schemas.openxmlformats.org/officeDocument/2006/relationships/slide" Target="/ppt/slides/slide7.xml" Id="Ra0a1520591d64bfd" /><Relationship Type="http://schemas.openxmlformats.org/officeDocument/2006/relationships/slide" Target="/ppt/slides/slide8.xml" Id="R50588990126a4b6d" /><Relationship Type="http://schemas.openxmlformats.org/officeDocument/2006/relationships/slide" Target="/ppt/slides/slide9.xml" Id="R9749e517b8ef409c" /><Relationship Type="http://schemas.openxmlformats.org/officeDocument/2006/relationships/slide" Target="/ppt/slides/slide10.xml" Id="R335897412ff24952" /><Relationship Type="http://schemas.openxmlformats.org/officeDocument/2006/relationships/slide" Target="/ppt/slides/slide11.xml" Id="R878b6bbea083482c" /><Relationship Type="http://schemas.openxmlformats.org/officeDocument/2006/relationships/slide" Target="/ppt/slides/slide12.xml" Id="R08fb29da4be14c96" /><Relationship Type="http://schemas.openxmlformats.org/officeDocument/2006/relationships/slide" Target="/ppt/slides/slide13.xml" Id="R95dad5efe4514c53" /><Relationship Type="http://schemas.openxmlformats.org/officeDocument/2006/relationships/slide" Target="/ppt/slides/slide14.xml" Id="R09b8453ea0b94504" /><Relationship Type="http://schemas.openxmlformats.org/officeDocument/2006/relationships/slide" Target="/ppt/slides/slide15.xml" Id="Rcdf33bdf6c5a4277" /><Relationship Type="http://schemas.openxmlformats.org/officeDocument/2006/relationships/slide" Target="/ppt/slides/slide16.xml" Id="R53b5978f5174411f" /><Relationship Type="http://schemas.openxmlformats.org/officeDocument/2006/relationships/slide" Target="/ppt/slides/slide17.xml" Id="Rb936606426954298" /><Relationship Type="http://schemas.openxmlformats.org/officeDocument/2006/relationships/slide" Target="/ppt/slides/slide18.xml" Id="Rfadc4c467a654c00" /><Relationship Type="http://schemas.openxmlformats.org/officeDocument/2006/relationships/slide" Target="/ppt/slides/slide19.xml" Id="R09a2ae16f6bc42e7" /><Relationship Type="http://schemas.openxmlformats.org/officeDocument/2006/relationships/slide" Target="/ppt/slides/slide20.xml" Id="R370cee73899846d4" /><Relationship Type="http://schemas.openxmlformats.org/officeDocument/2006/relationships/slide" Target="/ppt/slides/slide21.xml" Id="R61e6f2c32f944b6c" /><Relationship Type="http://schemas.openxmlformats.org/officeDocument/2006/relationships/slide" Target="/ppt/slides/slide22.xml" Id="Rd9244ba5f5df4b8c" /><Relationship Type="http://schemas.openxmlformats.org/officeDocument/2006/relationships/slide" Target="/ppt/slides/slide23.xml" Id="R878b8f25ca444a43" /><Relationship Type="http://schemas.openxmlformats.org/officeDocument/2006/relationships/slide" Target="/ppt/slides/slide24.xml" Id="R67b7d5c3e30a402c" /><Relationship Type="http://schemas.openxmlformats.org/officeDocument/2006/relationships/slide" Target="/ppt/slides/slide25.xml" Id="R599e7c91b3764ac8" /><Relationship Type="http://schemas.openxmlformats.org/officeDocument/2006/relationships/slide" Target="/ppt/slides/slide26.xml" Id="Rd4352afd56374003" /><Relationship Type="http://schemas.openxmlformats.org/officeDocument/2006/relationships/slide" Target="/ppt/slides/slide27.xml" Id="Rcc3bd89f82754aec" /><Relationship Type="http://schemas.openxmlformats.org/officeDocument/2006/relationships/slide" Target="/ppt/slides/slide28.xml" Id="Rc533abd35f7048e5" /><Relationship Type="http://schemas.openxmlformats.org/officeDocument/2006/relationships/slide" Target="/ppt/slides/slide29.xml" Id="R13e3874d6b304820" /><Relationship Type="http://schemas.openxmlformats.org/officeDocument/2006/relationships/slide" Target="/ppt/slides/slide30.xml" Id="R671a8901efa44e34" /><Relationship Type="http://schemas.openxmlformats.org/officeDocument/2006/relationships/slide" Target="/ppt/slides/slide31.xml" Id="R2f04b4516aba4741" /><Relationship Type="http://schemas.openxmlformats.org/officeDocument/2006/relationships/slide" Target="/ppt/slides/slide32.xml" Id="R3fab05ed0d014fd7" /><Relationship Type="http://schemas.openxmlformats.org/officeDocument/2006/relationships/slide" Target="/ppt/slides/slide33.xml" Id="R68935fc8a43d4fcd" /><Relationship Type="http://schemas.openxmlformats.org/officeDocument/2006/relationships/slide" Target="/ppt/slides/slide34.xml" Id="R2dbdf89611cf43b2" /><Relationship Type="http://schemas.openxmlformats.org/officeDocument/2006/relationships/slide" Target="/ppt/slides/slide35.xml" Id="Reaab75a98c8a49a7" /><Relationship Type="http://schemas.openxmlformats.org/officeDocument/2006/relationships/slide" Target="/ppt/slides/slide36.xml" Id="Ra845b5a9c9fa4196" /><Relationship Type="http://schemas.openxmlformats.org/officeDocument/2006/relationships/slide" Target="/ppt/slides/slide37.xml" Id="Rca2ecbbd61454a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c512a53cef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7e189c257c4cfd" /><Relationship Type="http://schemas.openxmlformats.org/officeDocument/2006/relationships/notesMaster" Target="/ppt/notesMasters/notesMaster1.xml" Id="R9704c8097a4d4a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44e47c85324c7e" /><Relationship Type="http://schemas.openxmlformats.org/officeDocument/2006/relationships/notesMaster" Target="/ppt/notesMasters/notesMaster1.xml" Id="R4f28108c460043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fc5a7ba7c94762" /><Relationship Type="http://schemas.openxmlformats.org/officeDocument/2006/relationships/notesMaster" Target="/ppt/notesMasters/notesMaster1.xml" Id="Ra5f037a7965c4a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715c17720e42b6" /><Relationship Type="http://schemas.openxmlformats.org/officeDocument/2006/relationships/notesMaster" Target="/ppt/notesMasters/notesMaster1.xml" Id="Red0c6fdba1af40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19d6e56e09449f" /><Relationship Type="http://schemas.openxmlformats.org/officeDocument/2006/relationships/notesMaster" Target="/ppt/notesMasters/notesMaster1.xml" Id="R4dc4d901b84748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1a0d72ddc14a9b" /><Relationship Type="http://schemas.openxmlformats.org/officeDocument/2006/relationships/notesMaster" Target="/ppt/notesMasters/notesMaster1.xml" Id="R60edac4c07ec4b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ebe0ee0c9b49a7" /><Relationship Type="http://schemas.openxmlformats.org/officeDocument/2006/relationships/notesMaster" Target="/ppt/notesMasters/notesMaster1.xml" Id="R02d74e22333d4b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c66a7f2da745c8" /><Relationship Type="http://schemas.openxmlformats.org/officeDocument/2006/relationships/notesMaster" Target="/ppt/notesMasters/notesMaster1.xml" Id="R9d737b68cb5045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26bb6c1bb24af2" /><Relationship Type="http://schemas.openxmlformats.org/officeDocument/2006/relationships/notesMaster" Target="/ppt/notesMasters/notesMaster1.xml" Id="R493f6b7aaa7246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984449d9d44cd2" /><Relationship Type="http://schemas.openxmlformats.org/officeDocument/2006/relationships/notesMaster" Target="/ppt/notesMasters/notesMaster1.xml" Id="R8444c67632954f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58980c9aee45a4" /><Relationship Type="http://schemas.openxmlformats.org/officeDocument/2006/relationships/notesMaster" Target="/ppt/notesMasters/notesMaster1.xml" Id="R2bb8005b63cf4b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4f8e3ead0a43f0" /><Relationship Type="http://schemas.openxmlformats.org/officeDocument/2006/relationships/notesMaster" Target="/ppt/notesMasters/notesMaster1.xml" Id="R930d1e8201744d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c709c8d2f54364" /><Relationship Type="http://schemas.openxmlformats.org/officeDocument/2006/relationships/notesMaster" Target="/ppt/notesMasters/notesMaster1.xml" Id="R328e56e6ddf44f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566c7888794cc7" /><Relationship Type="http://schemas.openxmlformats.org/officeDocument/2006/relationships/notesMaster" Target="/ppt/notesMasters/notesMaster1.xml" Id="R7b7a84f7847e4e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1473bc325943ee" /><Relationship Type="http://schemas.openxmlformats.org/officeDocument/2006/relationships/notesMaster" Target="/ppt/notesMasters/notesMaster1.xml" Id="R79693adda8204d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d87926edc246d8" /><Relationship Type="http://schemas.openxmlformats.org/officeDocument/2006/relationships/notesMaster" Target="/ppt/notesMasters/notesMaster1.xml" Id="Rfdfbeb6783564a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f75300dec0f4823" /><Relationship Type="http://schemas.openxmlformats.org/officeDocument/2006/relationships/notesMaster" Target="/ppt/notesMasters/notesMaster1.xml" Id="R14328dd75d9340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1183810db44216" /><Relationship Type="http://schemas.openxmlformats.org/officeDocument/2006/relationships/notesMaster" Target="/ppt/notesMasters/notesMaster1.xml" Id="R692e17f1b18147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09f79e55494c58" /><Relationship Type="http://schemas.openxmlformats.org/officeDocument/2006/relationships/notesMaster" Target="/ppt/notesMasters/notesMaster1.xml" Id="Rbc328e3284314f4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70060fafc0415d" /><Relationship Type="http://schemas.openxmlformats.org/officeDocument/2006/relationships/notesMaster" Target="/ppt/notesMasters/notesMaster1.xml" Id="Rb1ecc6163ab545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fc8f2cd4c048c3" /><Relationship Type="http://schemas.openxmlformats.org/officeDocument/2006/relationships/notesMaster" Target="/ppt/notesMasters/notesMaster1.xml" Id="Rd50bf3cc5ed245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90dbd3c12841e1" /><Relationship Type="http://schemas.openxmlformats.org/officeDocument/2006/relationships/notesMaster" Target="/ppt/notesMasters/notesMaster1.xml" Id="Rf25b81ef9b0344c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39ccaaf134b4ecb" /><Relationship Type="http://schemas.openxmlformats.org/officeDocument/2006/relationships/notesMaster" Target="/ppt/notesMasters/notesMaster1.xml" Id="R6579e310b07e4cb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cd13339d654c52" /><Relationship Type="http://schemas.openxmlformats.org/officeDocument/2006/relationships/notesMaster" Target="/ppt/notesMasters/notesMaster1.xml" Id="R27e50e234e984da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638789c6807488e" /><Relationship Type="http://schemas.openxmlformats.org/officeDocument/2006/relationships/notesMaster" Target="/ppt/notesMasters/notesMaster1.xml" Id="Rfbea4d9b07c54b7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cb0586c0aa4ef0" /><Relationship Type="http://schemas.openxmlformats.org/officeDocument/2006/relationships/notesMaster" Target="/ppt/notesMasters/notesMaster1.xml" Id="Rcfdcf9acf6d04f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ca2cd48eae349a4" /><Relationship Type="http://schemas.openxmlformats.org/officeDocument/2006/relationships/notesMaster" Target="/ppt/notesMasters/notesMaster1.xml" Id="R673f5c21af944c0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aa152dfeed34ae3" /><Relationship Type="http://schemas.openxmlformats.org/officeDocument/2006/relationships/notesMaster" Target="/ppt/notesMasters/notesMaster1.xml" Id="Ra61f276cc7824fa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22db0a2ba5b48d1" /><Relationship Type="http://schemas.openxmlformats.org/officeDocument/2006/relationships/notesMaster" Target="/ppt/notesMasters/notesMaster1.xml" Id="R344a840920d1461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764beaea52342d6" /><Relationship Type="http://schemas.openxmlformats.org/officeDocument/2006/relationships/notesMaster" Target="/ppt/notesMasters/notesMaster1.xml" Id="Rb10e3c191003433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552f6ac68f242f8" /><Relationship Type="http://schemas.openxmlformats.org/officeDocument/2006/relationships/notesMaster" Target="/ppt/notesMasters/notesMaster1.xml" Id="R5c56a497768a421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08e43cff51f44d2" /><Relationship Type="http://schemas.openxmlformats.org/officeDocument/2006/relationships/notesMaster" Target="/ppt/notesMasters/notesMaster1.xml" Id="R6199b633596a41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bd2039c245741da" /><Relationship Type="http://schemas.openxmlformats.org/officeDocument/2006/relationships/notesMaster" Target="/ppt/notesMasters/notesMaster1.xml" Id="Rcd0b4053cf85487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5aaa64f9a50425a" /><Relationship Type="http://schemas.openxmlformats.org/officeDocument/2006/relationships/notesMaster" Target="/ppt/notesMasters/notesMaster1.xml" Id="Rfea2856a819c463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8f74f0597744222" /><Relationship Type="http://schemas.openxmlformats.org/officeDocument/2006/relationships/notesMaster" Target="/ppt/notesMasters/notesMaster1.xml" Id="R788f6c190f95408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76907c2fd094826" /><Relationship Type="http://schemas.openxmlformats.org/officeDocument/2006/relationships/notesMaster" Target="/ppt/notesMasters/notesMaster1.xml" Id="Rf841199c1781455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a3f4e6a1d914f87" /><Relationship Type="http://schemas.openxmlformats.org/officeDocument/2006/relationships/notesMaster" Target="/ppt/notesMasters/notesMaster1.xml" Id="R54b30e9555b34c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f69c4d4b443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8bf40e49142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54d2d963349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355e2c75d47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049f8c85e44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a4140e22948d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3418e35b24c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de64e8f96e4e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d26ffca68452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c2f61ba104c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0c78e850b482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3A524F-10C9-4BAC-94FD-D445B744419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2566C97-413C-4C3D-88EF-9527C2BCA8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7F347C-0021-4D95-9D61-9D59F65031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F6B9A7-CA00-402B-8FBD-AF58191D74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8723D1-9DFC-424F-AD3C-4F9832091F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23E8D1-392F-45B5-B2D4-51819FDCCF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7EB31D-3611-4C92-A47E-33D4C5391E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F88715-60A8-472E-A432-E1CEBBC46F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FAA159-5282-4FAF-9C0B-3ECDBB006B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0CC3BA-8D7E-4569-A837-99455D74C3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F1038D-F445-4ADF-9B75-2DFFF76E0D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7083353-093E-4732-913F-40492F860B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C7BABE-B81F-4445-AE37-B3A438FCC5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FE908D1-C3B9-4E96-B827-256BBDEC05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4372F7-AA79-41BE-AAD0-E4F21C266B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43F3E7-C826-4917-A713-7E7D76EEBA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AAA879-1DB4-470C-BFAF-BC13CEED07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9E7E883-343F-4954-AB70-11492A6802C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1860CB-A52A-4635-B055-292DE6CA78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19461F9-5F30-4BB3-B58B-89D8BF6006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8D1DFF2-3A35-40DA-93E6-3F186B035A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553EDD-E27C-48DD-85C2-4E46FD2B15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45BB35-D641-4140-9556-4F9F4C630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CCE11E2-B2F3-4098-9C83-4949E91FF9A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2998525-A814-474B-9119-C869A41313E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E8E1F0D-D7C5-454D-B529-5557A1152F2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30DA21B-D1B9-47F6-A0F7-95AD031E47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44D17D5-6948-45E1-A878-8BB67405F7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DF2CCE1-2C80-4BA8-B081-7A738EA36F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438DE4-CB01-4E21-B870-4C4B0F506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9EDA937-EF01-4B4A-885A-A4241BCB7F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9E0FAD2-F3D9-464F-A2FA-33026239FC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1407B9D-F061-48D1-A49F-76D49024D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54F71C3-700F-4123-BCC1-9ACF31753D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86A4847-CCE1-478F-9BF7-31570ABD65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91CEC02-FA73-455B-8F93-4EB0AB68B8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75354F-CF9C-4175-920B-EC1EFF1E6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56DED8-CCBD-4FBC-8DF3-004040F6D2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1C541C1-7391-4B5F-8E68-1604112F23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F113E3-AEA0-4509-882A-C9A5BFF451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A92DC0F-4CEA-4D30-BC60-664D083568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2DFCFB-6B5D-4F30-AAD9-44FFBF0C08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FD8D78-9A2E-4D0A-84A9-AB9FFF09D0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DB62E01-CAFF-4881-9A53-4FC42CA6AB0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207A2F7-F40C-4CA4-AC7E-B948D60E8C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F408AFE-D070-49A9-9194-0B6044A914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1063C3F-8AE0-434C-9DA5-7F97E3A7A1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9F3D21-A223-4CC3-887E-FFED0C1FF1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F1775C-934D-4A65-B9DF-52AA4A2A7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B46A923-CA1C-46A4-89D4-910A2345B8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515216-2A64-4A9A-9AE6-6B5D0F4D52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B6B7F5-458D-48C4-BB8E-A21FDBD663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4F36E8-A8C1-44FB-A73A-47B923F8D7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4EE3170-B94B-4A2C-82FC-2EB594690C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FBC39A1-685A-4D23-AA43-90FC44CA70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296CB0-ACDE-4440-86CE-91ABFACAF5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F5C55B-AAD7-4724-8B9B-0F8FE5EE01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0E9EBA-4A77-45BD-8BFB-9DCF14F15F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4de512d88442f4" /><Relationship Type="http://schemas.openxmlformats.org/officeDocument/2006/relationships/slideLayout" Target="/ppt/slideLayouts/slideLayout1.xml" Id="Re17afda4318f4ebd" /><Relationship Type="http://schemas.openxmlformats.org/officeDocument/2006/relationships/slideLayout" Target="/ppt/slideLayouts/slideLayout2.xml" Id="Rf835b8d6d32d4c91" /><Relationship Type="http://schemas.openxmlformats.org/officeDocument/2006/relationships/slideLayout" Target="/ppt/slideLayouts/slideLayout3.xml" Id="Rc1eb4d3b9af0486a" /><Relationship Type="http://schemas.openxmlformats.org/officeDocument/2006/relationships/slideLayout" Target="/ppt/slideLayouts/slideLayout4.xml" Id="R7707f632abd64227" /><Relationship Type="http://schemas.openxmlformats.org/officeDocument/2006/relationships/slideLayout" Target="/ppt/slideLayouts/slideLayout5.xml" Id="R7cf098672ccc4cc2" /><Relationship Type="http://schemas.openxmlformats.org/officeDocument/2006/relationships/slideLayout" Target="/ppt/slideLayouts/slideLayout6.xml" Id="R65df4d400ea34a58" /><Relationship Type="http://schemas.openxmlformats.org/officeDocument/2006/relationships/slideLayout" Target="/ppt/slideLayouts/slideLayout7.xml" Id="R91711f829b854860" /><Relationship Type="http://schemas.openxmlformats.org/officeDocument/2006/relationships/slideLayout" Target="/ppt/slideLayouts/slideLayout8.xml" Id="R3fc81fa28ddd41ba" /><Relationship Type="http://schemas.openxmlformats.org/officeDocument/2006/relationships/slideLayout" Target="/ppt/slideLayouts/slideLayout9.xml" Id="R6524161cc53a452e" /><Relationship Type="http://schemas.openxmlformats.org/officeDocument/2006/relationships/slideLayout" Target="/ppt/slideLayouts/slideLayout10.xml" Id="R9aae490926244fbc" /><Relationship Type="http://schemas.openxmlformats.org/officeDocument/2006/relationships/slideLayout" Target="/ppt/slideLayouts/slideLayout11.xml" Id="R356d8e72872a400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E47BBC-515A-4EE7-82B9-BDC8F2F63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6CC023-BF12-4E78-AD00-6598BB4581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F5C257-532B-4E44-97DB-5C3F8BFBA0D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5BE736-1E36-4C7C-BCED-DD99BA9554D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A61981-4610-493C-9C24-BA8FEBEFC17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7afda4318f4ebd"/>
    <p:sldLayoutId xmlns:r="http://schemas.openxmlformats.org/officeDocument/2006/relationships" id="2147483650" r:id="Rf835b8d6d32d4c91"/>
    <p:sldLayoutId xmlns:r="http://schemas.openxmlformats.org/officeDocument/2006/relationships" id="2147483651" r:id="Rc1eb4d3b9af0486a"/>
    <p:sldLayoutId xmlns:r="http://schemas.openxmlformats.org/officeDocument/2006/relationships" id="2147483652" r:id="R7707f632abd64227"/>
    <p:sldLayoutId xmlns:r="http://schemas.openxmlformats.org/officeDocument/2006/relationships" id="2147483653" r:id="R7cf098672ccc4cc2"/>
    <p:sldLayoutId xmlns:r="http://schemas.openxmlformats.org/officeDocument/2006/relationships" id="2147483654" r:id="R65df4d400ea34a58"/>
    <p:sldLayoutId xmlns:r="http://schemas.openxmlformats.org/officeDocument/2006/relationships" id="2147483655" r:id="R91711f829b854860"/>
    <p:sldLayoutId xmlns:r="http://schemas.openxmlformats.org/officeDocument/2006/relationships" id="2147483656" r:id="R3fc81fa28ddd41ba"/>
    <p:sldLayoutId xmlns:r="http://schemas.openxmlformats.org/officeDocument/2006/relationships" id="2147483657" r:id="R6524161cc53a452e"/>
    <p:sldLayoutId xmlns:r="http://schemas.openxmlformats.org/officeDocument/2006/relationships" id="2147483658" r:id="R9aae490926244fbc"/>
    <p:sldLayoutId xmlns:r="http://schemas.openxmlformats.org/officeDocument/2006/relationships" id="2147483659" r:id="R356d8e72872a400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3e56d4decf4928" /><Relationship Type="http://schemas.openxmlformats.org/officeDocument/2006/relationships/notesSlide" Target="/ppt/notesSlides/notesSlide1.xml" Id="Rd5629c5acdc2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027da74b5a4e02" /><Relationship Type="http://schemas.openxmlformats.org/officeDocument/2006/relationships/notesSlide" Target="/ppt/notesSlides/notesSlide2.xml" Id="R716e391b686149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3e8c42d786469c" /><Relationship Type="http://schemas.openxmlformats.org/officeDocument/2006/relationships/notesSlide" Target="/ppt/notesSlides/notesSlide3.xml" Id="R4e7584659e7540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9918328cc443fa" /><Relationship Type="http://schemas.openxmlformats.org/officeDocument/2006/relationships/notesSlide" Target="/ppt/notesSlides/notesSlide4.xml" Id="R183ef315ea914f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01596deec240e0" /><Relationship Type="http://schemas.openxmlformats.org/officeDocument/2006/relationships/notesSlide" Target="/ppt/notesSlides/notesSlide5.xml" Id="Rbea2c26774cf44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f8edfc105b4b68" /><Relationship Type="http://schemas.openxmlformats.org/officeDocument/2006/relationships/notesSlide" Target="/ppt/notesSlides/notesSlide6.xml" Id="Rc92672c492ca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70f83268bf4aad" /><Relationship Type="http://schemas.openxmlformats.org/officeDocument/2006/relationships/notesSlide" Target="/ppt/notesSlides/notesSlide7.xml" Id="R25a392b1be3a40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ad5bed58a949ab" /><Relationship Type="http://schemas.openxmlformats.org/officeDocument/2006/relationships/notesSlide" Target="/ppt/notesSlides/notesSlide8.xml" Id="R25edbe6eb06e4a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f2c53c4b91494f" /><Relationship Type="http://schemas.openxmlformats.org/officeDocument/2006/relationships/notesSlide" Target="/ppt/notesSlides/notesSlide9.xml" Id="R742fc3cf71cc42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25fcf888604243" /><Relationship Type="http://schemas.openxmlformats.org/officeDocument/2006/relationships/notesSlide" Target="/ppt/notesSlides/notesSlide10.xml" Id="Rf1c8d01f56be4f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28d8c614ba4cb2" /><Relationship Type="http://schemas.openxmlformats.org/officeDocument/2006/relationships/notesSlide" Target="/ppt/notesSlides/notesSlide11.xml" Id="R3f8e9c084cdd4f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4d9d588dfd4848" /><Relationship Type="http://schemas.openxmlformats.org/officeDocument/2006/relationships/notesSlide" Target="/ppt/notesSlides/notesSlide12.xml" Id="R725b9a0f4d7c4d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dc3bf817aa4584" /><Relationship Type="http://schemas.openxmlformats.org/officeDocument/2006/relationships/notesSlide" Target="/ppt/notesSlides/notesSlide13.xml" Id="R7d879405483b4f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cb12cdd8004225" /><Relationship Type="http://schemas.openxmlformats.org/officeDocument/2006/relationships/notesSlide" Target="/ppt/notesSlides/notesSlide14.xml" Id="R412c517309114a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7ec0c3df1b455f" /><Relationship Type="http://schemas.openxmlformats.org/officeDocument/2006/relationships/notesSlide" Target="/ppt/notesSlides/notesSlide15.xml" Id="R1d5edf5ec34040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939f8b992c4dc5" /><Relationship Type="http://schemas.openxmlformats.org/officeDocument/2006/relationships/notesSlide" Target="/ppt/notesSlides/notesSlide16.xml" Id="Ra301fe35203747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6dd90f927646da" /><Relationship Type="http://schemas.openxmlformats.org/officeDocument/2006/relationships/notesSlide" Target="/ppt/notesSlides/notesSlide17.xml" Id="R2baa8a13a4f241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5efd0cdd5d48f0" /><Relationship Type="http://schemas.openxmlformats.org/officeDocument/2006/relationships/notesSlide" Target="/ppt/notesSlides/notesSlide18.xml" Id="R46a22a9aadcc4d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5fa4e5d4fb495c" /><Relationship Type="http://schemas.openxmlformats.org/officeDocument/2006/relationships/notesSlide" Target="/ppt/notesSlides/notesSlide19.xml" Id="R09538e5f45bd4e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3b6658dc694f23" /><Relationship Type="http://schemas.openxmlformats.org/officeDocument/2006/relationships/notesSlide" Target="/ppt/notesSlides/notesSlide20.xml" Id="R263e77a0b15d48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2f988cef1b43ae" /><Relationship Type="http://schemas.openxmlformats.org/officeDocument/2006/relationships/notesSlide" Target="/ppt/notesSlides/notesSlide21.xml" Id="Rf203ad06399c46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022660fe6748a8" /><Relationship Type="http://schemas.openxmlformats.org/officeDocument/2006/relationships/notesSlide" Target="/ppt/notesSlides/notesSlide22.xml" Id="R814b392d4e08423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7beff2125c4b46" /><Relationship Type="http://schemas.openxmlformats.org/officeDocument/2006/relationships/notesSlide" Target="/ppt/notesSlides/notesSlide23.xml" Id="R81b11c9979e441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1f61c0e81144de" /><Relationship Type="http://schemas.openxmlformats.org/officeDocument/2006/relationships/notesSlide" Target="/ppt/notesSlides/notesSlide24.xml" Id="R01eecda41d9040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5f4d09db56491e" /><Relationship Type="http://schemas.openxmlformats.org/officeDocument/2006/relationships/notesSlide" Target="/ppt/notesSlides/notesSlide25.xml" Id="Rfaf964de557448a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d6318ed41d428e" /><Relationship Type="http://schemas.openxmlformats.org/officeDocument/2006/relationships/notesSlide" Target="/ppt/notesSlides/notesSlide26.xml" Id="R0a0cf664e852405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03aeb204864f16" /><Relationship Type="http://schemas.openxmlformats.org/officeDocument/2006/relationships/notesSlide" Target="/ppt/notesSlides/notesSlide27.xml" Id="Ra335cd3f217e4ca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7ba03e8cce4741" /><Relationship Type="http://schemas.openxmlformats.org/officeDocument/2006/relationships/notesSlide" Target="/ppt/notesSlides/notesSlide28.xml" Id="R22de0ee3dcb748f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b6ab7824194828" /><Relationship Type="http://schemas.openxmlformats.org/officeDocument/2006/relationships/notesSlide" Target="/ppt/notesSlides/notesSlide29.xml" Id="R8f25bafbc7ca4f7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b7f18f93e841da" /><Relationship Type="http://schemas.openxmlformats.org/officeDocument/2006/relationships/notesSlide" Target="/ppt/notesSlides/notesSlide30.xml" Id="Ra95927cbbed84c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a8dc5021904e2a" /><Relationship Type="http://schemas.openxmlformats.org/officeDocument/2006/relationships/notesSlide" Target="/ppt/notesSlides/notesSlide31.xml" Id="Rb859c68717f04b3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6a263bcc9040f5" /><Relationship Type="http://schemas.openxmlformats.org/officeDocument/2006/relationships/notesSlide" Target="/ppt/notesSlides/notesSlide32.xml" Id="Re6e0f4848f0a4d4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a5f3444a674044" /><Relationship Type="http://schemas.openxmlformats.org/officeDocument/2006/relationships/notesSlide" Target="/ppt/notesSlides/notesSlide33.xml" Id="R1a6d276237304bb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07ca330b174d47" /><Relationship Type="http://schemas.openxmlformats.org/officeDocument/2006/relationships/notesSlide" Target="/ppt/notesSlides/notesSlide34.xml" Id="R7c574c07d76a4ba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580fe6e2b34a72" /><Relationship Type="http://schemas.openxmlformats.org/officeDocument/2006/relationships/notesSlide" Target="/ppt/notesSlides/notesSlide35.xml" Id="R3ceb52b8d0bc4ee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6c10d88ec64650" /><Relationship Type="http://schemas.openxmlformats.org/officeDocument/2006/relationships/notesSlide" Target="/ppt/notesSlides/notesSlide36.xml" Id="R033cb2742a284c0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374b7ed2634dc4" /><Relationship Type="http://schemas.openxmlformats.org/officeDocument/2006/relationships/notesSlide" Target="/ppt/notesSlides/notesSlide37.xml" Id="Ra63987464dab45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420C91-96A0-46E8-AF73-5B2F3979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3C89403-B086-44D6-80A2-2CD1D6E4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视觉组第四讲 · HELLO ARMOR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A9D995B-446F-42AB-B02C-B022ED23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52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装甲板位姿解算</a:t>
            </a:r>
          </a:p>
          <a:p xmlns:a="http://schemas.openxmlformats.org/drawingml/2006/main">
            <a:r>
              <a:rPr sz="20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 2D 识别结果到 3D 位姿：cv::solvePnP 全流程实战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154C63C-746C-4DD5-A999-34983CD5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6072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主讲人：______　　助教：______　　时长：90 分钟　　承接 Lecture 3《Hello OOP》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D79AA85-51AD-4F92-A146-12D0869A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57200"/>
            <a:ext cx="2011680" cy="10972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SP 队徽</a:t>
            </a:r>
          </a:p>
        </p:txBody>
      </p:sp>
    </p:spTree>
    <p:extLst>
      <p:ext uri="{BB962C8B-B14F-4D97-AF65-F5344CB8AC3E}">
        <p14:creationId xmlns:p14="http://schemas.microsoft.com/office/powerpoint/2010/main" val="835799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4F9E74-F169-444E-B00E-C9165A88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课程地图 · Roadmap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F6CFD01-57EF-46AB-8037-41B662A9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今天 90 分钟，我们要走完这条链路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FD5E0C8-D9D5-4D3E-91F5-332B72D7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1A4E30-F57D-4C85-AD63-7B5C4349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D477C7-D570-4254-9D09-3ADD9C78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600200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复习导入：上节课我们手里有了什么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CE2BA9C-38B8-4C30-B47A-0971B87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1600200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7 min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6E140F6-683F-4FBE-BCCD-3DF56AA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67128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CAE580-EDE1-4C59-ABFD-5CCF7A07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67128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CC8ED03-67C3-4362-A749-61413374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67128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为什么装甲板需要“位姿”而不只是位置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2EE7E5-E46F-407F-8329-3EBE20EB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167128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7 min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068B536-C0BE-4BDF-BE82-43749491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34056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97E0F70-E62E-4D12-8F3D-297AC92E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34056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7095B04-25B8-4E64-835A-F9B63582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34056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PnP 原理与 cv::solvePnP 接口精讲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E750D43-B332-40C1-8702-1F4AA11E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734056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13 min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5A24E0A-DB10-4010-91FD-0E2FA66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DC5A430-882A-4CDA-87C9-26E01F14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BE3C996-39E7-43ED-9DA1-8A630595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00984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动手实验一：Task 01~03，建立 3D-2D 对应并解 PnP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3A4788B-350A-411A-BF52-E6F5ABDF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300984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19 min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10D404A-1420-488C-9A3A-0847EE45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C2392F7-8D35-4499-89F5-637366F9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01023C9-9749-49BD-AA54-A34B7555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867912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rvec 揭秘：旋转向量／矩阵／欧拉角／四元数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EDD3C0D-4DDE-41E5-A432-4C921E88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867912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12 min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09EA8349-299A-48BA-AC02-0F0CE02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34840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EC6859E-9F5F-4814-AF11-F57C6803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34840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438226F-1027-4715-BADA-8B6C6C14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434840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动手实验二：Task 04~05，验证结果并得到瞄准角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BC98A56-BBC4-4E94-9DC1-CBFE98A9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434840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17 min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ADFFE994-E175-419F-8DE6-3F824206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6B7060F-7321-430E-A6A9-3F05D368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EAD69BE-19B1-4474-8934-D4BCAEC1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001768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坐标系全景：从像素到机器人本体 / IMU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84E7A2E-2271-466E-9C2F-A2EAB634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001768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6 min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F57DE8BD-DEAD-4421-8FD2-85AC0898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68696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7BEC103-781D-4A04-BC7A-07FBB017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68696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7A1D915-7ACA-436D-A14B-E5E037EC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568696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总结、答疑与作业布置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FA471A7-8F09-418E-8846-D91F37C2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568696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6 min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4054A7A-1CAE-4635-8894-866F3A70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课程地图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788701E1-DBC2-4FFE-A4FB-6B8E08E7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3038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072FA7-BC5C-4E3B-B5D6-B28AE40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727678F-3FCE-4C9A-A376-BB0FA339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0048E83-453B-4D66-9152-20A30950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复习导入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上节课我们手里有了什么？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71D47F-4FBD-43C9-B4A5-6F4DE70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B797AD2-52DB-476F-A397-67F3B899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1702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B655412-8A3F-4EC7-817A-1CB9D6C8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D0BC35F-35A5-471F-A7E4-46259265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上节课回顾（Hello OOP）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4DF148-048D-4D39-9ED6-70DF0413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C/C++ 编译与 CMake：会写 CMakeLists.txt，能编译、运行自己的工程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面向对象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：类 = 属性 + 方法；构造/析构函数；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封装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——数据安全、隐藏实现、便于协作、防止耦合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已经写好的两个类：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Camera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类：封装取图细节，对外只给一帧图像 + 时间戳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识别器 / Detector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类：目标是识别装甲板并分类（位置、颜色、数字）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两种识别思路：传统灯条法 / YOLO-pose 端到端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作业：连接工业相机，封装相机类，用神经网络识别装甲板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F8CD07B-11B9-4259-9647-01151F57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4671017-E582-49A1-9A80-30359F0E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0215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0F9A7DB-AACB-43C9-BE33-5BA42A87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A36E60A-42E8-436C-9D52-9529C982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现在，程序手里已经有了什么？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04DC9B1-A7A2-4312-845A-136D1A5D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detector.detect(img)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返回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armors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（一个 Armor 列表）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结构体里有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left / right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两根灯条（Lightbar）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每根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Lightbar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有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top / bottom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两个端点 → 一块装甲板 =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4 个 2D 像素点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也就是说：识别这一步，已经把“装甲板在哪张图的哪个位置”这件事解决了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E4090C5-3237-43CE-9FD5-828D0917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Armor / Lightbar 结构体关系图
（left/right → top/bottom → 4 个像素点）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7DDBAE-EC03-4112-B88E-6B860DE7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EA360D2-603E-40FC-AD7A-028F2C18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8396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356E96B-7BC9-40A5-87E5-ED48AE43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0E1A8BE-86E3-4B1A-A233-E773EBEA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只有这 4 个 2D 点，够瞄准吗？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B4BE6D8-3337-4CCF-A0E3-5DE46074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看两张图：3 号车比 4 号车离我们更远 —— 人眼一眼就能判断距离，程序呢？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再看三张图：同一块装甲板，角度都不一样 —— 这是“朝向”的差异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提问互动：仅凭图像上 4 个像素点的坐标，你能猜出装甲板离相机多远、朝哪个方向偏吗？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6385B3F-B463-4995-905A-E879B498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同一装甲板：不同距离 + 不同旋转角度
的对比照片（3 张）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AFC87B-F712-4210-B997-8D590FA5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715000"/>
            <a:ext cx="39776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引导学生讨论后再进入下一部分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24A958B-C0E1-45C0-A05F-FCB70D16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B55793E-CDB4-4ABD-A150-DB0732E0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1966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146DDA-FB9C-4CF1-9374-5F9DA18F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E205E5-97A8-4315-9A1A-FDCCE1F9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CA156DE-E903-48E7-A6FA-AF283822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为什么需要位姿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位置够不够？朝向怎么描述？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81D8636-C226-48E5-9E04-B7AC19C9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DC181E9-7F89-42D5-ABEE-87A8E2EC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441050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8B528BB-70B2-41F3-B833-4359CD1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49279F6-7A27-4CE0-BC6A-8A9385AD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位姿 = 位置 + 朝向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7A735B-A22A-4648-95BE-F67FC330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位置（Position）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：一个三维向量 (x, y, z)，装甲板中心在相机坐标系下的坐标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朝向（Orientation / Rotation）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：装甲板“转了多少度、往哪边转”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直观理解朝向——借用飞机的三个转动自由度：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偏航 yaw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：绕“上下轴”转，改变朝向左右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俯仰 pitch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：绕“左右轴”转，改变抬头低头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横滚 roll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：绕“前后轴”转，改变侧向倾斜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8BFCD90-03F1-425E-A2BF-4DE9EAD9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飞机 yaw / pitch / roll 三轴示意图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4EAFEF-FDAD-43FE-8270-53AE0E0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4CEA7BA-9EA2-43FA-84CD-A3AE2D17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23978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7EC5CA4-67E4-4B3F-96C0-D1179089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3C1E198-9D29-4E99-90A8-2C458C0F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先认清两个坐标系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630865-53D2-4380-B966-86F61A03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装甲板局部坐标系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：原点在装甲板中心，x 向右、y 向下、z 指向板外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物理尺寸（今天要用到）：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ARMOR_WIDTH = 0.135 m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（灯条间宽），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LIGHTBAR_LENGTH = 0.056 m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（单根灯条长）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：原点是镜头光心，随相机刚体一起平移、旋转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我们的目标：算出“装甲板坐标系”相对“相机坐标系”的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 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平移 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42FF609-C865-4089-8028-6E66D0EF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装甲板局部坐标系 + 相机坐标系
双坐标轴示意图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CD539D1-C4E6-4B85-9628-84A69AE9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DBCA243-FDC7-4635-90AC-5516EC46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10087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D425714-339A-48E6-B832-E2E24A52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BCF45BB-3E95-490E-A225-D09B4E6A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工程上为什么必须要“姿态”，不只是“位置”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45FA0E-B1F4-4E9F-990E-A5173D66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①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相机和枪管往往不重合、不共轴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—— 只用 2D 画面中心瞄准，会有系统性偏差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②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真实机器人会自转、会移动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，姿态千变万化 —— 需要用装甲板姿态反推它的旋转中心，才能预测它下一刻在哪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一句话：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2D 检测解决“看见”，3D 位姿解决“打中”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993C01E-EB91-4B58-A179-D7A1F78E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相机与枪管不共轴示意图 +
机器人自转底盘照片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08B86A3-6CA6-4BDD-AEFD-BFAC6F1F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07D56A-0731-4B73-BB20-3FA18E4B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10585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99A38E9-94D4-495E-9C3B-7CAFA990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CD36A9-F264-4B65-8C38-4EF06111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094D936-967D-41F7-A4E2-D8908572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PnP 原理与 API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从对应点到位姿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C8E497-1FC5-4D35-8D2E-4A3F81EF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F95C1B3-1A2E-43A9-A19E-8AA64038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28297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A1F6BA3-FAE4-4840-8115-D732D51D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C271CB8-4BF1-4C97-94E5-E2955F08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Perspective-n-Points 问题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54E595-7BD4-4197-A7DD-6EBCE869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已知 n 组一一对应的点：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装甲板局部坐标系中的 n 个三维点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检测器给出的 n 个二维像素点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输入还必须包含当前镜头、当前分辨率对应的内参和畸变系数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求解满足 X_camera = R · X_armor + t 的旋转 R 和平移 t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本课视频固定为 1280 × 1024，换分辨率后必须重新标定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7CAA720-14CF-4043-86C0-9FDAA554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经典 PnP 示意图：
世界坐标系 3D 点 → 图像平面 2D 点
(R, t) 箭头连接两个坐标系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EFC58A-1252-4408-8024-15685AA6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B0D4FA1-6611-44D4-8E4A-EB2F6122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79875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37B9DC-3AD9-4BBE-9EDA-71EB7B8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0749289-19CC-4124-959A-275CCE14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cv::solvePnP 函数签名精讲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11C8025-CC3C-4FD0-A50E-6AF1A335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OpenCV 已经把 PnP 问题的求解封装成了一个函数，我们只管“喂数据”：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3DCD609-DE3F-4B4D-8FF9-5DFB8234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8346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bool cv::solvePnP(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objectPoints,   // 输入：物体局部坐标系下的 n 个点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imagePoints,    // 输入：图像上对应的 n 个点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cameraMatrix,   // 输入：相机内参矩阵（我们会提供）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distCoeffs,     // 输入：畸变系数（我们会提供）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OutputArray rvec,           // 输出：旋转向量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OutputArray tvec,           // 输出：平移向量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bool useExtrinsicGuess = false,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int  flags = SOLVEPNP_ITERATIVE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623527-D4AC-4E5E-BA2C-0F981295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7DB935C-6670-4CF2-989A-3DE3B7D3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472917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A6E3529-F04E-4392-BE21-CC18B204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0E8552C-B0F3-4267-A89D-CCFAE876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输出到底是什么？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F0C7415-37B4-4C17-A31F-39D1ED91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tvec：装甲板局部原点在相机坐标系下的位置。本课把原点放在板中心，因此可看作目标中心位置。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rvec：旋转向量，方向表示旋转轴，模长表示旋转角度，单位为弧度。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Task 05 用 tvec 计算距离和相机指向目标的 yaw/pitch。装甲板自身的欧拉角留作进阶任务。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FD5DFED-F0A7-4F42-BDA3-54FF0774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装甲板坐标轴照片 + 相机坐标轴照片
（并排对比）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6EF524A-3FDB-4961-B1B7-255D80C3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1E7C84C-1B31-4D1E-A6D0-86109F65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751870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2F4F34-0A52-4980-B149-67A451AE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88A18B-14F2-4C25-8BD7-B35C2B6B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58E15EE-949D-416D-93E4-0F51F174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动手实验一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Task 01~03：解出 tvec / rvec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84B5452-947F-4A7E-AE12-4FAB58C5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11FFDC0-821D-4743-8309-4035E62C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966060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0B3E59-6223-4ACC-9A1E-B9A53212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35F2CAA-E4FF-48AA-AD64-91ACD17F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实验环境 &amp; 点位约定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F0BC6EB-E89E-46DD-986B-9FF6369D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学生只修改两个文件：`class/src/main.cpp` 和 `class/tasks/pose_solver.cpp`。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CMake 会自动把 `video.avi` 和 `tiny_resnet.onnx` 复制到 `build/`，可从 build 目录直接运行。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点序固定为左上、右上、右下、左下。Task 01 的 3D 点和 Task 02 的 2D 点必须完全一一对应。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红色 O 点是检测结果，绿色 P 点是重投影结果。两者不重合时，先检查点序和相机标定。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7CECA34-D680-4A3F-871B-DFCD9BDD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实物装甲板照片，
绿点标注 1/2/3/4 号点位置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2ED87C3-A66E-4963-B833-5539A628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6447968-5364-4629-976C-00BBFC05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302870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852C704-00F3-4D37-99FB-7790A80D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361C029-D37C-4921-B26C-1EA49BAF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01 · 装甲板局部坐标系的 3D 点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ACA7BAE-1781-4FFB-8CD6-9269E95F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0DE71A-B6F4-4901-86BF-30FF1B5F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`class/tasks/pose_solver.cpp` 的 `object_points()` 中填写四个灯条端点。小装甲板的灯条中心间距为 0.135 m，灯条长度为 0.056 m。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2519189-865F-48E8-8551-02F36111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3063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#### Task 01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float half_width =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kSmallArmorLightbarDistanceM / 2.0F;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const float half_height = kLightbarLengthM / 2.0F;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return {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左上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右上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右下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左下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0A31139-7DAC-4130-B191-25AB7F5D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87568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400" b="0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· 提示：局部原点在板中心，x 向右、y 向下、z 垂直板面。四个点都在 z = 0 平面上。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EC67CA0-C7DE-45AD-8F22-3F1F8FE0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3982326-18BD-493F-A9E2-164E0905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804075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98CBF9-8B1A-46BA-B793-A35EBA6D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A0B85BD-26AC-473E-8622-BBFE6C60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02 · 构造 2D 像素点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734D91B-6FAD-4FA9-98A3-0FB3B426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6270502-BADE-436B-A251-FF959C44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`class/src/main.cpp` 中把检测器给出的四个端点按左上、右上、右下、左下顺序存入 `image_points`。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0F7C04E-3563-4694-9642-9CDF7E27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3063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class/src/main.cpp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#### Task 02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std::vector&lt;cv::Point2f&gt; image_points{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armor.left.top,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armor.right.top,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armor.right.bottom,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armor.left.bottom,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左上、右上、右下、左下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这套顺序必须与 Task 01 的 3D 点完全相同。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32FDCE7-12B2-4B19-9684-E8B4C14D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808A02F-9373-4A94-A4CD-926A0CC1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874199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E8F59A2-66FD-46CA-93A6-4D88011D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0A6A4C-B308-4F98-BD0D-A230CB1E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03 · 调用 cv::solvePnP 得到位姿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59B50AEA-2AF4-4CAA-8917-F96715B8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735A8E6-628B-49AE-A15C-B366FF1B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`PoseSolver::solve()` 中使用 Task 01 的 3D 点、Task 02 的 2D 点和已标定的相机参数，输出 rvec 与 tvec。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51D8C3C-6750-434D-9C5F-7DDFB715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3048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#### Task 03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PoseResult pose;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const bool solved = cv::solvePnP(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points_3d, image_points,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camera_matrix_, distort_coeffs_,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pose.rvec, pose.tvec);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if (!solved || pose.tvec[2] &lt;= 0.0)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return std::nullopt;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return pose;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033B50-503E-46D3-8B6A-B4A88934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BC049F-B299-4F05-8A15-CBB3F4BB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537923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A726AE-9CB6-49EC-B800-81171503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7D56586-F21A-4C06-99DC-EE49B986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现场演示 &amp; Debug 小贴士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443E66-9D76-4A55-AE79-FC9C0E7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进入 `lecture4/class` 后运行：`cmake -S . -B build`，再 `cmake --build build --target lecture4_class`。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运行：`./build/lecture4_class`。构建脚本已自动复制视频和模型，不再依赖终端当前目录。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完成 Task 01 至 Task 03 后，画面会显示 tvec、rvec 和位姿计算状态。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参考答案：构建并运行 `lecture4_answer`，再按文件逐处对照。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B0ABD63-7B09-46F7-BA8E-689EEC4C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终端截图：报错信息 +
cd 回根目录后正常运行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9DA671-84E4-436C-8FF0-72128462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6217F48-316F-42E1-B7FD-E69169B9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66824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F6CD57-68D9-4029-A74B-BD6BED76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F9E4A87-5E8A-427E-8083-D0E6FB52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7AFB5C2-5F6F-4297-9B7E-A116ADC6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rvec 揭秘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旋转向量 / 矩阵 / 欧拉角 / 四元数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C8CF63-5E6B-46E6-A31F-AA566711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6A9395B-E2EE-4E81-81B6-4EF1C798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730101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80E2B4-5116-4D51-AE41-9210A102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BFA595-4E6D-4D22-BD4F-06EC6EAA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转一转，看一看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3CB2F2D-5167-4BCB-81EB-D675992F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动手环节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：拿起装甲板（或转动摄像头），观察终端里 rvec 三个分量如何变化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引导提问：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只绕一个轴转，rvec 的哪个分量在变？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转得越多，rvec 的数值变化有什么规律？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先靠直觉猜一猜，再看下一页的数学定义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39F50EC-920E-48E3-932C-70876688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终端滚动输出 roll 数值
随装甲板转动变化的截图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2C40363-3C2D-484B-9B00-88718C43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748097F-3A6A-48B1-B4B8-5D66662A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889684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5EAAC94-C2A8-41C0-A613-615AA4A1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C733F6C-DBAD-43B7-91BE-B1021C5A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rvec 到底是什么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91BE9BD-91DC-43DC-AB46-5C5890E0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旋转向量（rotation vector）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：一种紧凑的旋转表示法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方向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= 旋转轴方向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模长（大小）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= 绕这根轴旋转的角度（弧度）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好处：只用 3 个数就能表示任意旋转，比 3×3 的旋转矩阵更省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CE5612-2D8C-48B8-91E5-B829A478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8517669-7822-4F58-BF43-86B0E72F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781642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972138C-F568-468A-84E0-80EB919D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3F62BEC-3A42-40F4-9828-CB4481C1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旋转的几种表示法，一张图看懂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E97D74E-B1D5-4319-AAC6-41645E8C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旋转向量 rvec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cv::Rodrigues，可逆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反三角函数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欧拉角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（yaw / pitch / roll）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转换公式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四元数 quaternion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三种表示法本质等价，只是在不同场景下各有优劣（下一页展开）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96A360D-FB2C-4605-A61C-A7EBB876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rvec → rmat → 欧拉角 / 四元数
流程示意图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DF9424-8E98-44DD-ADAA-481C4C0C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E39B69-D4BB-4E7F-A6F1-A7F4F499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392483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508AC33-779B-47D0-91C5-76D862DE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64752F-4CDC-4ACB-899A-83A5E5C5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从旋转矩阵提取欧拉角（INT_YXZ 约定）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71666C9-CA00-4084-96C4-799F331B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欧拉角依赖坐标系定义和旋转顺序。它用于描述装甲板自身朝向，不等同于 Task 05 的相机瞄准 yaw/pitch。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4A34425-999E-4AB6-A755-9F43AE0D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0116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进阶任务：先明确本队统一的坐标系和旋转顺序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cv::Matx33d rmat;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cv::Rodrigues(rvec, rmat);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再按统一约定从 rmat 提取欧拉角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角度 = 弧度 * 180.0 / CV_PI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请勿把任意网络公式直接套到当前工程。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E12745-E4A0-44D5-A124-770A26F6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6F0CB04-9589-4BF9-AA0C-2B2B2F4A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399130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56862C1-E17A-4C5C-97BC-11B5D543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DF058B8-395C-4B88-AEF8-B7D3A24B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欧拉角的坑：万向锁（Gimbal Lock）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8542FBC-602D-48F7-9860-084DD5BE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49240" cy="4480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CE44F8A-66CD-497A-B43C-357B14AA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1640"/>
            <a:ext cx="5349240" cy="4480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CB90934-B32C-4FCB-848C-A390DE63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欧拉角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EBBDB04-F839-4C1E-AFE4-2AF60A68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2880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四元数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0707FDB-BBC0-493D-A54A-E5C792C9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484632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直观、好理解（yaw / pitch / roll）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表示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不唯一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：不同旋转顺序结果不同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特定姿态下会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丢失一个自由度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（万向锁）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673FE89-4B00-45D7-AA4E-DD418E98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31720"/>
            <a:ext cx="484632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4 个数 (w, x, y, z)，无奇异点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插值、连续旋转更稳健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不直观，本讲不展开推导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课后可用 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quaternions.online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交互体验两者关系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6FC8C11-B307-4508-9D01-B4EBAD2A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AC48DCB-A1DA-4ADC-B807-6570AB9F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434052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946924-5CB6-4CFF-B9E7-49DC66C2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8C00E2-5E7D-47E5-BBA4-23DA83AD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D84576D-426B-4927-9A2D-2BCF8EEE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动手实验二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Task 04~05：用重投影验证结果，再算距离和瞄准角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EEFACA0-8CA3-4A58-8500-A59E196E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0358E10-D557-43DD-A971-518FB3C9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376985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9B2A2B4-5798-4698-B183-7D818969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ED5FAF-2CE2-4C28-8C20-678AE8AC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04 · 重投影验证 PnP 结果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6449510-EED0-4BCD-9F4D-B135C486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29D55C5-2837-4339-9166-CB309235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`PoseSolver::reproject()` 中调用 `cv::projectPoints`，再计算观测点与重投影点之间的 RMS 像素误差。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660B0C8-F94B-4E57-AE4A-EE46DCF2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651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#### Task 04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std::vector&lt;cv::Point2f&gt; reprojected_points;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cv::projectPoints(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object_points(), pose.rvec, pose.tvec,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camera_matrix_, distort_coeffs_, reprojected_points);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计算每个观测点与重投影点的平方误差之和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RMS = sqrt(平方误差和 / 点数)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红色 O 点应与绿色 P 点基本重合。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777F401-68E6-4A47-905A-DA4C987E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76088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400" b="0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· 验收：点序和标定正确时，绿色 P1 至 P4 应贴近红色 O1 至 O4。误差变大时，优先检查四点顺序和相机分辨率。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9DA6602-2AB1-4F6F-A569-134B0DF5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6903FA0-375B-43A5-AC3E-6CF64403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1447165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9DA4E4A-BA28-42E3-A291-3B36D81B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919A3F-2200-4728-95D8-54EE26F1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05 · 从 tvec 得到距离和瞄准角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0E0F89C-D001-4119-8EDC-4A026D19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1973DC5-FF2D-4AE6-B129-E3C7C190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用 tvec 的模长计算距离；根据相机坐标系 x 向右、y 向下、z 向前，计算相机指向目标的 yaw 和 pitch。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007834B-F928-4F5F-A3BF-08083C6F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743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#### Task 05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const double range_m = cv::norm(pose.tvec);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double yaw_deg = atan2(tvec[0], tvec[2])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* 180.0 / CV_PI;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double pitch_deg = atan2(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-tvec[1], hypot(tvec[0], tvec[2]))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* 180.0 / CV_PI;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返回并显示 range_m、yaw_deg、pitch_deg。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98182EE-54FC-43D9-8E16-8ECC4CE0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BAD9A27-9AB9-4723-8AE7-B078CABE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9389814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3B5A2A7-E795-4B5F-9C5B-FF972289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1BA02BD-526E-48D0-A862-FF639C13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现场演示 &amp; 互动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8606972-AAC5-49AA-8271-16DB8FE5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检查绿点是否覆盖红点。故意交换两个点，观察重投影误差如何增大。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前后移动装甲板，观察 tvec.z 与距离如何变化。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绕板中心旋转装甲板，观察 rvec 如何变化，同时区分装甲板姿态与相机瞄准角。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421D4FF-F1BD-48A4-83D2-0F89A23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现场画面截图：</a:t>
            </a:r>
          </a:p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红色观测点、绿色重投影点、RMS 与瞄准角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6F2CFE-CE1D-4BA2-B12E-5F0FAD34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83818F-81AF-41C0-9B5D-D3F213B1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470185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CBF9A1-69EE-4E8A-A06A-352D560E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F4C34A1-020C-4A85-A14B-1CC0F4D9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43515A-1AF7-4133-A2A1-AB831B6A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坐标系全景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从像素到机器人本体 / IMU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86FF272-12BE-43FF-8382-577BC960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BE7CF7B-CC07-432A-9619-59745530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872562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3D94ABE-FD6A-4CEC-ADA0-F646D5E8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 · 坐标系全景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DAEDB63-55B4-4ECA-AF04-5CEE3515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我真的对准了吗？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A3079A1-3717-46EC-B6C5-139CEFFE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：与相机刚性连接的坐标系，随相机一起平移、旋转；原点 = 镜头光心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思考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：如果相机安装时有倾斜，并且和枪管不在同一个位置，会发生什么？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答案：仅靠“装甲板在相机坐标系下的位姿”还不够，还要知道相机相对枪管/机器人本体的安装关系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0E21F8D-30F2-4621-80AB-E7552DF3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相机与枪管不共轴的实拍照片
（两套坐标轴叠加标注）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E4D553C-172A-494D-A72A-645FB343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CD1EEE8-E684-49E9-B371-3FEEE942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854522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776E833-392F-4617-B900-A833817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 · 坐标系全景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3B07202-EEBE-4E35-97FA-FF24B941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完整的坐标变换链条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57AB46E-EA85-44E6-B2E0-81808D76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像素坐标系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--（今天学的 solvePnP）--&gt;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--（手眼标定，进阶内容）--&gt;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机器人本体坐标系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机器人本体坐标系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--（实际测量安装）--&gt;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IMU 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今天我们打通了第一环；手眼标定和运动预测（卡尔曼滤波）留给后续课程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6404ABC-5328-43E0-B39C-C78200E6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实物机器人标注 imu / base_link /
camera 三套坐标轴的照片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C3B4390-497A-4D87-B1FD-A6403108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CC7B60A-541B-4699-AFC5-B5C65549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648146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8E9C135-530B-4908-806E-05FA787E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E10602D-8224-457F-A80F-0C65E8D8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D0DC19-5714-4C7A-9BAE-6F13DFC4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总结与作业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回顾、答疑、布置任务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7612DD-B647-4423-B0F9-D263FD40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520088-8208-4798-992B-986D570E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589501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3B48E4C-4937-48B1-BDBE-5F8338C4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 · 总结与作业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2D90C0-9F1A-4236-B6AF-92CF308A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本讲回顾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EE9AA9-5DB0-4646-835D-D85293E3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PnP 需要已知几何尺寸、严格一一对应的 3D-2D 点，以及当前镜头和分辨率匹配的相机标定参数。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`solvePnP` 求解 X_camera = R · X_armor + t。tvec 是目标中心在相机系下的位置，rvec 是装甲板的旋转向量。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重投影 RMS 把解算结果重新投回图像，是检查点序、尺寸和标定是否可信的第一道工程检查。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Task 05 的距离和瞄准 yaw/pitch 来自 tvec；装甲板欧拉角来自 rvec，二者含义不同。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像素到相机是今天完成的一环，后续还需手眼标定和 IMU 坐标变换。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E1F0D4C-A35A-4FA6-ADF7-1334E2D6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0CA7B42-334D-4B5C-86FB-7CAB6640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40951523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988B258-20D6-4930-B8D3-ACD84AA8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 · 总结与作业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8775A14-AA2B-4217-9B49-2F9815C4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课后作业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D6630E3-C831-4AC8-8BB3-ABFC637B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① 必做：完成 Task 01 至 Task 05，画面显示 tvec、rvec、距离、瞄准 yaw/pitch 和重投影 RMS；运行 `ctest --test-dir build --output-on-failure`。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② 进阶：实现 rvec 到欧拉角的转换，写清采用的坐标系和旋转顺序，并解释它与瞄准 yaw/pitch 的区别。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③ 项目：接入上节课自己的 Camera + Detector，用当前分辨率重新标定后实时显示装甲板位姿。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81BEB2-C570-40BC-904B-7D120BFA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4872A10-FC05-4970-B105-089728A5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8841470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08CDB94-9174-4A5F-98FC-690503BA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91A2F17-BB7E-43C7-A55B-0CD7B4A0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0320"/>
            <a:ext cx="9144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Thanks · Q&amp;A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B6E052-D218-4BE0-8661-A08FEB1C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66160"/>
            <a:ext cx="9601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下一讲预告：相机 - 云台手眼标定 与 装甲板运动预测（卡尔曼滤波）</a:t>
            </a:r>
          </a:p>
        </p:txBody>
      </p:sp>
    </p:spTree>
    <p:extLst>
      <p:ext uri="{BB962C8B-B14F-4D97-AF65-F5344CB8AC3E}">
        <p14:creationId xmlns:p14="http://schemas.microsoft.com/office/powerpoint/2010/main" val="14841516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2026-09-17T03:00:55.9450000Z</dcterms:created>
  <dcterms:modified xsi:type="dcterms:W3CDTF">2026-09-17T03:00:55.9450000Z</dcterms:modified>
</coreProperties>
</file>